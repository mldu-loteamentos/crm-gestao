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  <p:sldMasterId id="2147483720" r:id="rId5"/>
    <p:sldMasterId id="2147483744" r:id="rId6"/>
    <p:sldMasterId id="2147483756" r:id="rId7"/>
    <p:sldMasterId id="2147483768" r:id="rId8"/>
    <p:sldMasterId id="2147483780" r:id="rId9"/>
    <p:sldMasterId id="2147483792" r:id="rId10"/>
  </p:sldMasterIdLst>
  <p:notesMasterIdLst>
    <p:notesMasterId r:id="rId19"/>
  </p:notesMasterIdLst>
  <p:sldIdLst>
    <p:sldId id="266" r:id="rId11"/>
    <p:sldId id="267" r:id="rId12"/>
    <p:sldId id="268" r:id="rId13"/>
    <p:sldId id="269" r:id="rId14"/>
    <p:sldId id="256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20799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1pPr>
    <a:lvl2pPr marL="207997" algn="l" defTabSz="20799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2pPr>
    <a:lvl3pPr marL="415995" algn="l" defTabSz="20799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3pPr>
    <a:lvl4pPr marL="623992" algn="l" defTabSz="20799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4pPr>
    <a:lvl5pPr marL="831990" algn="l" defTabSz="20799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5pPr>
    <a:lvl6pPr marL="1039987" algn="l" defTabSz="20799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6pPr>
    <a:lvl7pPr marL="1247984" algn="l" defTabSz="20799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7pPr>
    <a:lvl8pPr marL="1455982" algn="l" defTabSz="20799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8pPr>
    <a:lvl9pPr marL="1663979" algn="l" defTabSz="20799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F39"/>
    <a:srgbClr val="C59C34"/>
    <a:srgbClr val="F58B47"/>
    <a:srgbClr val="1C5842"/>
    <a:srgbClr val="1D5843"/>
    <a:srgbClr val="3F8B56"/>
    <a:srgbClr val="F15D54"/>
    <a:srgbClr val="DF813B"/>
    <a:srgbClr val="F05D54"/>
    <a:srgbClr val="87A3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DE31D2-2166-B3DD-3803-B3966BE79ED3}" v="201" dt="2026-02-12T15:34:25.065"/>
    <p1510:client id="{21DCF0E7-DC73-1AD3-6ACC-F4A6A473BCC4}" v="16" dt="2026-02-12T15:42:55.812"/>
    <p1510:client id="{C5CE83C6-B442-2D46-BEAA-7B3D97C7163D}" v="13" dt="2026-02-12T01:02:44.068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C1019-E7AD-4B31-AA4B-96E1B654F0C1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6A5E0-93B6-4A60-92AE-BBD97E67F2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95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5995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1pPr>
    <a:lvl2pPr marL="207997" algn="l" defTabSz="415995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2pPr>
    <a:lvl3pPr marL="415995" algn="l" defTabSz="415995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3pPr>
    <a:lvl4pPr marL="623992" algn="l" defTabSz="415995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4pPr>
    <a:lvl5pPr marL="831990" algn="l" defTabSz="415995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5pPr>
    <a:lvl6pPr marL="1039987" algn="l" defTabSz="415995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6pPr>
    <a:lvl7pPr marL="1247984" algn="l" defTabSz="415995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7pPr>
    <a:lvl8pPr marL="1455982" algn="l" defTabSz="415995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8pPr>
    <a:lvl9pPr marL="1663979" algn="l" defTabSz="415995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2FDE9-FB4A-67B6-47F6-8A5868CCB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821" y="841598"/>
            <a:ext cx="6858361" cy="1790834"/>
          </a:xfrm>
          <a:prstGeom prst="rect">
            <a:avLst/>
          </a:prstGeom>
        </p:spPr>
        <p:txBody>
          <a:bodyPr anchor="b"/>
          <a:lstStyle>
            <a:lvl1pPr algn="ctr">
              <a:defRPr sz="273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DB3070-430A-C9A3-0165-BA95525D0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821" y="2701782"/>
            <a:ext cx="6858361" cy="124180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92"/>
            </a:lvl1pPr>
            <a:lvl2pPr marL="208026" indent="0" algn="ctr">
              <a:buNone/>
              <a:defRPr sz="910"/>
            </a:lvl2pPr>
            <a:lvl3pPr marL="416052" indent="0" algn="ctr">
              <a:buNone/>
              <a:defRPr sz="819"/>
            </a:lvl3pPr>
            <a:lvl4pPr marL="624078" indent="0" algn="ctr">
              <a:buNone/>
              <a:defRPr sz="728"/>
            </a:lvl4pPr>
            <a:lvl5pPr marL="832104" indent="0" algn="ctr">
              <a:buNone/>
              <a:defRPr sz="728"/>
            </a:lvl5pPr>
            <a:lvl6pPr marL="1040130" indent="0" algn="ctr">
              <a:buNone/>
              <a:defRPr sz="728"/>
            </a:lvl6pPr>
            <a:lvl7pPr marL="1248156" indent="0" algn="ctr">
              <a:buNone/>
              <a:defRPr sz="728"/>
            </a:lvl7pPr>
            <a:lvl8pPr marL="1456182" indent="0" algn="ctr">
              <a:buNone/>
              <a:defRPr sz="728"/>
            </a:lvl8pPr>
            <a:lvl9pPr marL="1664208" indent="0" algn="ctr">
              <a:buNone/>
              <a:defRPr sz="728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16A3D8-899E-F7AA-D53D-956FBBAFA3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422260-4BF0-8BA0-5657-9274CA2F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C992F9-BE7F-6715-0014-F056163A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467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0BE5B-B4E6-A7B9-23C8-FD8BDFD2E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80" y="273791"/>
            <a:ext cx="7887043" cy="994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011082-81C5-12C9-10EE-95A2D6E44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80" y="1368953"/>
            <a:ext cx="7887043" cy="32638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22718B-7C84-C573-2D46-B407A85652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34A858-61C1-FD70-00E9-08F54D5A5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7E7726-A0CF-1CEE-F3C1-3450F998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155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E5E4D2-A463-744B-526D-5EABB6685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45" y="1282263"/>
            <a:ext cx="7886321" cy="2139754"/>
          </a:xfrm>
          <a:prstGeom prst="rect">
            <a:avLst/>
          </a:prstGeom>
        </p:spPr>
        <p:txBody>
          <a:bodyPr anchor="b"/>
          <a:lstStyle>
            <a:lvl1pPr>
              <a:defRPr sz="273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5E554E-A245-1A2C-4E06-96802D58D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145" y="3442246"/>
            <a:ext cx="7886321" cy="1124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1pPr>
            <a:lvl2pPr marL="208026" indent="0">
              <a:buNone/>
              <a:defRPr sz="910">
                <a:solidFill>
                  <a:schemeClr val="tx1">
                    <a:tint val="82000"/>
                  </a:schemeClr>
                </a:solidFill>
              </a:defRPr>
            </a:lvl2pPr>
            <a:lvl3pPr marL="416052" indent="0">
              <a:buNone/>
              <a:defRPr sz="819">
                <a:solidFill>
                  <a:schemeClr val="tx1">
                    <a:tint val="82000"/>
                  </a:schemeClr>
                </a:solidFill>
              </a:defRPr>
            </a:lvl3pPr>
            <a:lvl4pPr marL="624078" indent="0">
              <a:buNone/>
              <a:defRPr sz="728">
                <a:solidFill>
                  <a:schemeClr val="tx1">
                    <a:tint val="82000"/>
                  </a:schemeClr>
                </a:solidFill>
              </a:defRPr>
            </a:lvl4pPr>
            <a:lvl5pPr marL="832104" indent="0">
              <a:buNone/>
              <a:defRPr sz="728">
                <a:solidFill>
                  <a:schemeClr val="tx1">
                    <a:tint val="82000"/>
                  </a:schemeClr>
                </a:solidFill>
              </a:defRPr>
            </a:lvl5pPr>
            <a:lvl6pPr marL="1040130" indent="0">
              <a:buNone/>
              <a:defRPr sz="728">
                <a:solidFill>
                  <a:schemeClr val="tx1">
                    <a:tint val="82000"/>
                  </a:schemeClr>
                </a:solidFill>
              </a:defRPr>
            </a:lvl6pPr>
            <a:lvl7pPr marL="1248156" indent="0">
              <a:buNone/>
              <a:defRPr sz="728">
                <a:solidFill>
                  <a:schemeClr val="tx1">
                    <a:tint val="82000"/>
                  </a:schemeClr>
                </a:solidFill>
              </a:defRPr>
            </a:lvl7pPr>
            <a:lvl8pPr marL="1456182" indent="0">
              <a:buNone/>
              <a:defRPr sz="728">
                <a:solidFill>
                  <a:schemeClr val="tx1">
                    <a:tint val="82000"/>
                  </a:schemeClr>
                </a:solidFill>
              </a:defRPr>
            </a:lvl8pPr>
            <a:lvl9pPr marL="1664208" indent="0">
              <a:buNone/>
              <a:defRPr sz="7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20E5E0-CA4D-5CF5-2DC4-2E97F3579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AD0DB4-3D3F-5157-FCB3-D4F80886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8C6BD8-6B1B-DC34-4C0C-0EDCAD9E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3858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23C02-5219-B5A0-A0C7-98539D81E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80" y="273791"/>
            <a:ext cx="7887043" cy="994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4C3745-23AC-89EF-D2B2-8E135A2C4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480" y="1368953"/>
            <a:ext cx="3908847" cy="32638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7AA718-D07A-7085-5B80-A2253BDA7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06676" y="1368953"/>
            <a:ext cx="3908847" cy="32638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23261D-7AD6-F103-44E6-33906A32B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F7D94E-9F8D-E59C-CD53-91267B24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3B6802-BB9B-AD3A-F94F-83243FC4E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671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DDEA5-7AED-59DB-D75C-AA11B10A9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4" y="273791"/>
            <a:ext cx="7886321" cy="994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208238-7AB9-648A-D82F-D58B3AA7F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925" y="1260591"/>
            <a:ext cx="3868393" cy="61837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92" b="1"/>
            </a:lvl1pPr>
            <a:lvl2pPr marL="208026" indent="0">
              <a:buNone/>
              <a:defRPr sz="910" b="1"/>
            </a:lvl2pPr>
            <a:lvl3pPr marL="416052" indent="0">
              <a:buNone/>
              <a:defRPr sz="819" b="1"/>
            </a:lvl3pPr>
            <a:lvl4pPr marL="624078" indent="0">
              <a:buNone/>
              <a:defRPr sz="728" b="1"/>
            </a:lvl4pPr>
            <a:lvl5pPr marL="832104" indent="0">
              <a:buNone/>
              <a:defRPr sz="728" b="1"/>
            </a:lvl5pPr>
            <a:lvl6pPr marL="1040130" indent="0">
              <a:buNone/>
              <a:defRPr sz="728" b="1"/>
            </a:lvl6pPr>
            <a:lvl7pPr marL="1248156" indent="0">
              <a:buNone/>
              <a:defRPr sz="728" b="1"/>
            </a:lvl7pPr>
            <a:lvl8pPr marL="1456182" indent="0">
              <a:buNone/>
              <a:defRPr sz="728" b="1"/>
            </a:lvl8pPr>
            <a:lvl9pPr marL="1664208" indent="0">
              <a:buNone/>
              <a:defRPr sz="728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487BBF-9E60-5593-88DB-E99F3CDAB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925" y="1878967"/>
            <a:ext cx="3868393" cy="27631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A5F29B2-1E66-DBDB-06BE-9AFBECECD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070" y="1260591"/>
            <a:ext cx="3887175" cy="61837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92" b="1"/>
            </a:lvl1pPr>
            <a:lvl2pPr marL="208026" indent="0">
              <a:buNone/>
              <a:defRPr sz="910" b="1"/>
            </a:lvl2pPr>
            <a:lvl3pPr marL="416052" indent="0">
              <a:buNone/>
              <a:defRPr sz="819" b="1"/>
            </a:lvl3pPr>
            <a:lvl4pPr marL="624078" indent="0">
              <a:buNone/>
              <a:defRPr sz="728" b="1"/>
            </a:lvl4pPr>
            <a:lvl5pPr marL="832104" indent="0">
              <a:buNone/>
              <a:defRPr sz="728" b="1"/>
            </a:lvl5pPr>
            <a:lvl6pPr marL="1040130" indent="0">
              <a:buNone/>
              <a:defRPr sz="728" b="1"/>
            </a:lvl6pPr>
            <a:lvl7pPr marL="1248156" indent="0">
              <a:buNone/>
              <a:defRPr sz="728" b="1"/>
            </a:lvl7pPr>
            <a:lvl8pPr marL="1456182" indent="0">
              <a:buNone/>
              <a:defRPr sz="728" b="1"/>
            </a:lvl8pPr>
            <a:lvl9pPr marL="1664208" indent="0">
              <a:buNone/>
              <a:defRPr sz="728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905DB8-5123-DBF4-1A38-02C083CA0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070" y="1878967"/>
            <a:ext cx="3887175" cy="27631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EF351A1-1BE6-6273-C976-DFF50159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ECEEEEA-EE3E-AD40-921B-8E5CEF6D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DB4DAEF-CBB8-D5FD-DD79-8483A8880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855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C86D9-EEAC-F5B3-DAA5-F701C3D17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80" y="273791"/>
            <a:ext cx="7887043" cy="994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0D2F962-FB0C-5CF5-A207-57C9B25F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59E062D-2E76-1408-B0CD-21203ADF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6516C2B-0BB6-4D9F-FBAC-0E39F3CE3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034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449070-69F2-31EC-5766-1142BD5767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345BFBB-3567-ED30-776D-69404E889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844A6B-46FD-67FA-D328-C21AD6EC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0337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3C5C4-42E8-AB5B-03A4-C86D6D52A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3" y="343142"/>
            <a:ext cx="2948792" cy="1199909"/>
          </a:xfrm>
          <a:prstGeom prst="rect">
            <a:avLst/>
          </a:prstGeom>
        </p:spPr>
        <p:txBody>
          <a:bodyPr anchor="b"/>
          <a:lstStyle>
            <a:lvl1pPr>
              <a:defRPr sz="1456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C86FEA-1F87-B000-D01F-55236E375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176" y="740463"/>
            <a:ext cx="4629069" cy="3655353"/>
          </a:xfrm>
          <a:prstGeom prst="rect">
            <a:avLst/>
          </a:prstGeom>
        </p:spPr>
        <p:txBody>
          <a:bodyPr/>
          <a:lstStyle>
            <a:lvl1pPr>
              <a:defRPr sz="1456"/>
            </a:lvl1pPr>
            <a:lvl2pPr>
              <a:defRPr sz="1274"/>
            </a:lvl2pPr>
            <a:lvl3pPr>
              <a:defRPr sz="1092"/>
            </a:lvl3pPr>
            <a:lvl4pPr>
              <a:defRPr sz="910"/>
            </a:lvl4pPr>
            <a:lvl5pPr>
              <a:defRPr sz="910"/>
            </a:lvl5pPr>
            <a:lvl6pPr>
              <a:defRPr sz="910"/>
            </a:lvl6pPr>
            <a:lvl7pPr>
              <a:defRPr sz="910"/>
            </a:lvl7pPr>
            <a:lvl8pPr>
              <a:defRPr sz="910"/>
            </a:lvl8pPr>
            <a:lvl9pPr>
              <a:defRPr sz="91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302A5B-7B07-8813-D1C6-62D73FAEF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923" y="1543050"/>
            <a:ext cx="2948792" cy="2858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8"/>
            </a:lvl1pPr>
            <a:lvl2pPr marL="208026" indent="0">
              <a:buNone/>
              <a:defRPr sz="637"/>
            </a:lvl2pPr>
            <a:lvl3pPr marL="416052" indent="0">
              <a:buNone/>
              <a:defRPr sz="546"/>
            </a:lvl3pPr>
            <a:lvl4pPr marL="624078" indent="0">
              <a:buNone/>
              <a:defRPr sz="455"/>
            </a:lvl4pPr>
            <a:lvl5pPr marL="832104" indent="0">
              <a:buNone/>
              <a:defRPr sz="455"/>
            </a:lvl5pPr>
            <a:lvl6pPr marL="1040130" indent="0">
              <a:buNone/>
              <a:defRPr sz="455"/>
            </a:lvl6pPr>
            <a:lvl7pPr marL="1248156" indent="0">
              <a:buNone/>
              <a:defRPr sz="455"/>
            </a:lvl7pPr>
            <a:lvl8pPr marL="1456182" indent="0">
              <a:buNone/>
              <a:defRPr sz="455"/>
            </a:lvl8pPr>
            <a:lvl9pPr marL="1664208" indent="0">
              <a:buNone/>
              <a:defRPr sz="45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DF5248-5BD9-CF01-E6E4-710D860D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D9AC7E-E7C6-0E80-6AFB-0BBB6AF1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CD7573-A9FD-9997-7C92-0FBF5801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3490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30CAC-4B6C-8CB3-D4F9-317A18700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3" y="343142"/>
            <a:ext cx="2948792" cy="1199909"/>
          </a:xfrm>
          <a:prstGeom prst="rect">
            <a:avLst/>
          </a:prstGeom>
        </p:spPr>
        <p:txBody>
          <a:bodyPr anchor="b"/>
          <a:lstStyle>
            <a:lvl1pPr>
              <a:defRPr sz="1456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684155-1309-A731-07A6-650242E1B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176" y="740463"/>
            <a:ext cx="4629069" cy="36553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56"/>
            </a:lvl1pPr>
            <a:lvl2pPr marL="208026" indent="0">
              <a:buNone/>
              <a:defRPr sz="1274"/>
            </a:lvl2pPr>
            <a:lvl3pPr marL="416052" indent="0">
              <a:buNone/>
              <a:defRPr sz="1092"/>
            </a:lvl3pPr>
            <a:lvl4pPr marL="624078" indent="0">
              <a:buNone/>
              <a:defRPr sz="910"/>
            </a:lvl4pPr>
            <a:lvl5pPr marL="832104" indent="0">
              <a:buNone/>
              <a:defRPr sz="910"/>
            </a:lvl5pPr>
            <a:lvl6pPr marL="1040130" indent="0">
              <a:buNone/>
              <a:defRPr sz="910"/>
            </a:lvl6pPr>
            <a:lvl7pPr marL="1248156" indent="0">
              <a:buNone/>
              <a:defRPr sz="910"/>
            </a:lvl7pPr>
            <a:lvl8pPr marL="1456182" indent="0">
              <a:buNone/>
              <a:defRPr sz="910"/>
            </a:lvl8pPr>
            <a:lvl9pPr marL="1664208" indent="0">
              <a:buNone/>
              <a:defRPr sz="91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9E134D-8716-692E-42F0-FF4C4E510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923" y="1543050"/>
            <a:ext cx="2948792" cy="2858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8"/>
            </a:lvl1pPr>
            <a:lvl2pPr marL="208026" indent="0">
              <a:buNone/>
              <a:defRPr sz="637"/>
            </a:lvl2pPr>
            <a:lvl3pPr marL="416052" indent="0">
              <a:buNone/>
              <a:defRPr sz="546"/>
            </a:lvl3pPr>
            <a:lvl4pPr marL="624078" indent="0">
              <a:buNone/>
              <a:defRPr sz="455"/>
            </a:lvl4pPr>
            <a:lvl5pPr marL="832104" indent="0">
              <a:buNone/>
              <a:defRPr sz="455"/>
            </a:lvl5pPr>
            <a:lvl6pPr marL="1040130" indent="0">
              <a:buNone/>
              <a:defRPr sz="455"/>
            </a:lvl6pPr>
            <a:lvl7pPr marL="1248156" indent="0">
              <a:buNone/>
              <a:defRPr sz="455"/>
            </a:lvl7pPr>
            <a:lvl8pPr marL="1456182" indent="0">
              <a:buNone/>
              <a:defRPr sz="455"/>
            </a:lvl8pPr>
            <a:lvl9pPr marL="1664208" indent="0">
              <a:buNone/>
              <a:defRPr sz="45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136250-E089-B294-269D-B83AC072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FA77E3-B4AC-A65E-E279-AA3BF26E6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4BFCE60-32AE-1852-094B-F5BCB15DB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18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0307C-7ADA-AAB2-9F45-0E399CCFF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80" y="273791"/>
            <a:ext cx="7887043" cy="994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FF357B-7A49-E139-B0E2-05DE0F584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480" y="1368953"/>
            <a:ext cx="7887043" cy="326381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644C87-0AAA-371F-328A-69D5A8EE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C6438F-AC88-3155-FAAB-105CB085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6752D3-80B8-A914-965F-D199915AA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720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4296478-81AB-7ACE-5D2D-BE9591122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4124" y="273791"/>
            <a:ext cx="1971399" cy="4358972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0A0BD1-B5B4-7FF4-7325-15515FBF2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479" y="273791"/>
            <a:ext cx="5846294" cy="43589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A51667-E07E-6103-838C-F04FD147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0D7EE6-C037-68D2-BAA8-2AA3E9746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E45B5D-C531-2230-8EEE-BBADDD6A5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2215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5AC51-350B-5251-20A0-D76642779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821" y="841598"/>
            <a:ext cx="6858361" cy="1790834"/>
          </a:xfrm>
          <a:prstGeom prst="rect">
            <a:avLst/>
          </a:prstGeom>
        </p:spPr>
        <p:txBody>
          <a:bodyPr anchor="b"/>
          <a:lstStyle>
            <a:lvl1pPr algn="ctr">
              <a:defRPr sz="273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D7830E-883F-BCC7-02DB-1E45BA2F6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821" y="2701782"/>
            <a:ext cx="6858361" cy="124180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92"/>
            </a:lvl1pPr>
            <a:lvl2pPr marL="208026" indent="0" algn="ctr">
              <a:buNone/>
              <a:defRPr sz="910"/>
            </a:lvl2pPr>
            <a:lvl3pPr marL="416052" indent="0" algn="ctr">
              <a:buNone/>
              <a:defRPr sz="819"/>
            </a:lvl3pPr>
            <a:lvl4pPr marL="624078" indent="0" algn="ctr">
              <a:buNone/>
              <a:defRPr sz="728"/>
            </a:lvl4pPr>
            <a:lvl5pPr marL="832104" indent="0" algn="ctr">
              <a:buNone/>
              <a:defRPr sz="728"/>
            </a:lvl5pPr>
            <a:lvl6pPr marL="1040130" indent="0" algn="ctr">
              <a:buNone/>
              <a:defRPr sz="728"/>
            </a:lvl6pPr>
            <a:lvl7pPr marL="1248156" indent="0" algn="ctr">
              <a:buNone/>
              <a:defRPr sz="728"/>
            </a:lvl7pPr>
            <a:lvl8pPr marL="1456182" indent="0" algn="ctr">
              <a:buNone/>
              <a:defRPr sz="728"/>
            </a:lvl8pPr>
            <a:lvl9pPr marL="1664208" indent="0" algn="ctr">
              <a:buNone/>
              <a:defRPr sz="728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B835F2-A5C1-1C28-0368-0B8B0496E4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D83E9ED5-CA5F-47D5-B1AC-ADD678C4841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430EDC-0940-B024-3EA1-3AF59893E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78EA62-A140-1D79-4EEA-2FDF11EE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8FCD38F-15F7-42B5-9D9F-0B9EA191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838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C7443-4A4E-2841-2C26-B6D29181E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80" y="273791"/>
            <a:ext cx="7887043" cy="994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5CC8A-5FE5-9C06-7993-661992C5A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80" y="1368953"/>
            <a:ext cx="7887043" cy="32638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D9CF3D-6BC3-2418-BDA0-53EC8A6C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D83E9ED5-CA5F-47D5-B1AC-ADD678C4841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ADB144-2C55-51C9-4494-D6367694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58A1F5-FBEC-E07F-E897-DB0C6AE4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8FCD38F-15F7-42B5-9D9F-0B9EA191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586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F02A3-4534-5FD2-67DF-EC21D03C1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45" y="1282263"/>
            <a:ext cx="7886321" cy="2139754"/>
          </a:xfrm>
          <a:prstGeom prst="rect">
            <a:avLst/>
          </a:prstGeom>
        </p:spPr>
        <p:txBody>
          <a:bodyPr anchor="b"/>
          <a:lstStyle>
            <a:lvl1pPr>
              <a:defRPr sz="273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33B21C-68B7-98B2-A59F-7F286D127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145" y="3442246"/>
            <a:ext cx="7886321" cy="1124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92">
                <a:solidFill>
                  <a:schemeClr val="tx1">
                    <a:tint val="82000"/>
                  </a:schemeClr>
                </a:solidFill>
              </a:defRPr>
            </a:lvl1pPr>
            <a:lvl2pPr marL="208026" indent="0">
              <a:buNone/>
              <a:defRPr sz="910">
                <a:solidFill>
                  <a:schemeClr val="tx1">
                    <a:tint val="82000"/>
                  </a:schemeClr>
                </a:solidFill>
              </a:defRPr>
            </a:lvl2pPr>
            <a:lvl3pPr marL="416052" indent="0">
              <a:buNone/>
              <a:defRPr sz="819">
                <a:solidFill>
                  <a:schemeClr val="tx1">
                    <a:tint val="82000"/>
                  </a:schemeClr>
                </a:solidFill>
              </a:defRPr>
            </a:lvl3pPr>
            <a:lvl4pPr marL="624078" indent="0">
              <a:buNone/>
              <a:defRPr sz="728">
                <a:solidFill>
                  <a:schemeClr val="tx1">
                    <a:tint val="82000"/>
                  </a:schemeClr>
                </a:solidFill>
              </a:defRPr>
            </a:lvl4pPr>
            <a:lvl5pPr marL="832104" indent="0">
              <a:buNone/>
              <a:defRPr sz="728">
                <a:solidFill>
                  <a:schemeClr val="tx1">
                    <a:tint val="82000"/>
                  </a:schemeClr>
                </a:solidFill>
              </a:defRPr>
            </a:lvl5pPr>
            <a:lvl6pPr marL="1040130" indent="0">
              <a:buNone/>
              <a:defRPr sz="728">
                <a:solidFill>
                  <a:schemeClr val="tx1">
                    <a:tint val="82000"/>
                  </a:schemeClr>
                </a:solidFill>
              </a:defRPr>
            </a:lvl6pPr>
            <a:lvl7pPr marL="1248156" indent="0">
              <a:buNone/>
              <a:defRPr sz="728">
                <a:solidFill>
                  <a:schemeClr val="tx1">
                    <a:tint val="82000"/>
                  </a:schemeClr>
                </a:solidFill>
              </a:defRPr>
            </a:lvl7pPr>
            <a:lvl8pPr marL="1456182" indent="0">
              <a:buNone/>
              <a:defRPr sz="728">
                <a:solidFill>
                  <a:schemeClr val="tx1">
                    <a:tint val="82000"/>
                  </a:schemeClr>
                </a:solidFill>
              </a:defRPr>
            </a:lvl8pPr>
            <a:lvl9pPr marL="1664208" indent="0">
              <a:buNone/>
              <a:defRPr sz="7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FB7575-C4AD-D316-4DCB-29DBC40D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D83E9ED5-CA5F-47D5-B1AC-ADD678C4841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4A0B9B-124C-C866-08A6-4360002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2CB07E-1450-992C-F472-E884D3FD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8FCD38F-15F7-42B5-9D9F-0B9EA191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635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60C5E-0893-3CF9-8361-65E575DC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80" y="273791"/>
            <a:ext cx="7887043" cy="994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7504BA-D0FF-26E6-FD6F-007750444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480" y="1368953"/>
            <a:ext cx="3908847" cy="32638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41E649-5108-A7B4-600D-2C96D84F3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06676" y="1368953"/>
            <a:ext cx="3908847" cy="32638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3ECBF6-C6F3-217E-96CC-D819DE1740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D83E9ED5-CA5F-47D5-B1AC-ADD678C4841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4C5153-B9E5-B386-3752-960C67CA0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90FB25-FCBF-FCE7-A31C-745DBCB8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8FCD38F-15F7-42B5-9D9F-0B9EA191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9679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6E47F-D430-C1EB-80E9-D225FE357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4" y="273791"/>
            <a:ext cx="7886321" cy="994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C47350-4D0C-1310-EE59-B1CA5DD01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925" y="1260591"/>
            <a:ext cx="3868393" cy="61837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92" b="1"/>
            </a:lvl1pPr>
            <a:lvl2pPr marL="208026" indent="0">
              <a:buNone/>
              <a:defRPr sz="910" b="1"/>
            </a:lvl2pPr>
            <a:lvl3pPr marL="416052" indent="0">
              <a:buNone/>
              <a:defRPr sz="819" b="1"/>
            </a:lvl3pPr>
            <a:lvl4pPr marL="624078" indent="0">
              <a:buNone/>
              <a:defRPr sz="728" b="1"/>
            </a:lvl4pPr>
            <a:lvl5pPr marL="832104" indent="0">
              <a:buNone/>
              <a:defRPr sz="728" b="1"/>
            </a:lvl5pPr>
            <a:lvl6pPr marL="1040130" indent="0">
              <a:buNone/>
              <a:defRPr sz="728" b="1"/>
            </a:lvl6pPr>
            <a:lvl7pPr marL="1248156" indent="0">
              <a:buNone/>
              <a:defRPr sz="728" b="1"/>
            </a:lvl7pPr>
            <a:lvl8pPr marL="1456182" indent="0">
              <a:buNone/>
              <a:defRPr sz="728" b="1"/>
            </a:lvl8pPr>
            <a:lvl9pPr marL="1664208" indent="0">
              <a:buNone/>
              <a:defRPr sz="728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CB1611-7C86-AC11-3487-27C37C19B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925" y="1878967"/>
            <a:ext cx="3868393" cy="27631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FE050B7-B6A7-06F9-C774-987BBEE21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070" y="1260591"/>
            <a:ext cx="3887175" cy="61837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92" b="1"/>
            </a:lvl1pPr>
            <a:lvl2pPr marL="208026" indent="0">
              <a:buNone/>
              <a:defRPr sz="910" b="1"/>
            </a:lvl2pPr>
            <a:lvl3pPr marL="416052" indent="0">
              <a:buNone/>
              <a:defRPr sz="819" b="1"/>
            </a:lvl3pPr>
            <a:lvl4pPr marL="624078" indent="0">
              <a:buNone/>
              <a:defRPr sz="728" b="1"/>
            </a:lvl4pPr>
            <a:lvl5pPr marL="832104" indent="0">
              <a:buNone/>
              <a:defRPr sz="728" b="1"/>
            </a:lvl5pPr>
            <a:lvl6pPr marL="1040130" indent="0">
              <a:buNone/>
              <a:defRPr sz="728" b="1"/>
            </a:lvl6pPr>
            <a:lvl7pPr marL="1248156" indent="0">
              <a:buNone/>
              <a:defRPr sz="728" b="1"/>
            </a:lvl7pPr>
            <a:lvl8pPr marL="1456182" indent="0">
              <a:buNone/>
              <a:defRPr sz="728" b="1"/>
            </a:lvl8pPr>
            <a:lvl9pPr marL="1664208" indent="0">
              <a:buNone/>
              <a:defRPr sz="728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1F507FB-5FB7-BE67-4223-A8E807CBC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070" y="1878967"/>
            <a:ext cx="3887175" cy="27631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DD881FE-7771-8FCD-FEA7-53CE57AAB6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D83E9ED5-CA5F-47D5-B1AC-ADD678C4841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6D7B5DB-04AD-BA33-5F76-31148B44D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C1353CF-E1C6-9AA0-8F4E-8410B41F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8FCD38F-15F7-42B5-9D9F-0B9EA191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526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C4FFE-454A-B7F5-388C-3C03431D6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80" y="273791"/>
            <a:ext cx="7887043" cy="994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FC8E7B9-2F11-D8BF-1187-A2AFCDE635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D83E9ED5-CA5F-47D5-B1AC-ADD678C4841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8BDACA3-E138-3F1E-11E8-B10918F9C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E2EEC31-9CE7-166F-48BC-C1CB18BD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8FCD38F-15F7-42B5-9D9F-0B9EA191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351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C414642-DB65-99F0-4775-FB7ABDEF7C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D83E9ED5-CA5F-47D5-B1AC-ADD678C4841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728D1A4-C7EA-AEB7-D3ED-B82129171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AF2AB5-51AD-66EB-9746-A0B234FA8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8FCD38F-15F7-42B5-9D9F-0B9EA191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6724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1D376-98D2-4AA4-9AF0-6B006B076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3" y="343142"/>
            <a:ext cx="2948792" cy="1199909"/>
          </a:xfrm>
          <a:prstGeom prst="rect">
            <a:avLst/>
          </a:prstGeom>
        </p:spPr>
        <p:txBody>
          <a:bodyPr anchor="b"/>
          <a:lstStyle>
            <a:lvl1pPr>
              <a:defRPr sz="1456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CD64C4-9386-8A43-F50E-EDFE6617E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176" y="740463"/>
            <a:ext cx="4629069" cy="3655353"/>
          </a:xfrm>
          <a:prstGeom prst="rect">
            <a:avLst/>
          </a:prstGeom>
        </p:spPr>
        <p:txBody>
          <a:bodyPr/>
          <a:lstStyle>
            <a:lvl1pPr>
              <a:defRPr sz="1456"/>
            </a:lvl1pPr>
            <a:lvl2pPr>
              <a:defRPr sz="1274"/>
            </a:lvl2pPr>
            <a:lvl3pPr>
              <a:defRPr sz="1092"/>
            </a:lvl3pPr>
            <a:lvl4pPr>
              <a:defRPr sz="910"/>
            </a:lvl4pPr>
            <a:lvl5pPr>
              <a:defRPr sz="910"/>
            </a:lvl5pPr>
            <a:lvl6pPr>
              <a:defRPr sz="910"/>
            </a:lvl6pPr>
            <a:lvl7pPr>
              <a:defRPr sz="910"/>
            </a:lvl7pPr>
            <a:lvl8pPr>
              <a:defRPr sz="910"/>
            </a:lvl8pPr>
            <a:lvl9pPr>
              <a:defRPr sz="91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C8E63B-995A-E9D8-69FD-F1D95C1B0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923" y="1543050"/>
            <a:ext cx="2948792" cy="2858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8"/>
            </a:lvl1pPr>
            <a:lvl2pPr marL="208026" indent="0">
              <a:buNone/>
              <a:defRPr sz="637"/>
            </a:lvl2pPr>
            <a:lvl3pPr marL="416052" indent="0">
              <a:buNone/>
              <a:defRPr sz="546"/>
            </a:lvl3pPr>
            <a:lvl4pPr marL="624078" indent="0">
              <a:buNone/>
              <a:defRPr sz="455"/>
            </a:lvl4pPr>
            <a:lvl5pPr marL="832104" indent="0">
              <a:buNone/>
              <a:defRPr sz="455"/>
            </a:lvl5pPr>
            <a:lvl6pPr marL="1040130" indent="0">
              <a:buNone/>
              <a:defRPr sz="455"/>
            </a:lvl6pPr>
            <a:lvl7pPr marL="1248156" indent="0">
              <a:buNone/>
              <a:defRPr sz="455"/>
            </a:lvl7pPr>
            <a:lvl8pPr marL="1456182" indent="0">
              <a:buNone/>
              <a:defRPr sz="455"/>
            </a:lvl8pPr>
            <a:lvl9pPr marL="1664208" indent="0">
              <a:buNone/>
              <a:defRPr sz="45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85FC1E-5DCD-DFD4-AF10-C379A41289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D83E9ED5-CA5F-47D5-B1AC-ADD678C4841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7C8F78-E613-EFD1-8C28-C472F69B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0C861B-8771-856D-97E8-52264918A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8FCD38F-15F7-42B5-9D9F-0B9EA191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785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3C405-840E-8121-C523-688B9F253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3" y="343142"/>
            <a:ext cx="2948792" cy="1199909"/>
          </a:xfrm>
          <a:prstGeom prst="rect">
            <a:avLst/>
          </a:prstGeom>
        </p:spPr>
        <p:txBody>
          <a:bodyPr anchor="b"/>
          <a:lstStyle>
            <a:lvl1pPr>
              <a:defRPr sz="1456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0A7228C-B8D9-71F6-964D-809D51C7B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176" y="740463"/>
            <a:ext cx="4629069" cy="36553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56"/>
            </a:lvl1pPr>
            <a:lvl2pPr marL="208026" indent="0">
              <a:buNone/>
              <a:defRPr sz="1274"/>
            </a:lvl2pPr>
            <a:lvl3pPr marL="416052" indent="0">
              <a:buNone/>
              <a:defRPr sz="1092"/>
            </a:lvl3pPr>
            <a:lvl4pPr marL="624078" indent="0">
              <a:buNone/>
              <a:defRPr sz="910"/>
            </a:lvl4pPr>
            <a:lvl5pPr marL="832104" indent="0">
              <a:buNone/>
              <a:defRPr sz="910"/>
            </a:lvl5pPr>
            <a:lvl6pPr marL="1040130" indent="0">
              <a:buNone/>
              <a:defRPr sz="910"/>
            </a:lvl6pPr>
            <a:lvl7pPr marL="1248156" indent="0">
              <a:buNone/>
              <a:defRPr sz="910"/>
            </a:lvl7pPr>
            <a:lvl8pPr marL="1456182" indent="0">
              <a:buNone/>
              <a:defRPr sz="910"/>
            </a:lvl8pPr>
            <a:lvl9pPr marL="1664208" indent="0">
              <a:buNone/>
              <a:defRPr sz="91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3721FB-773E-9401-FA29-69B50024D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923" y="1543050"/>
            <a:ext cx="2948792" cy="2858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8"/>
            </a:lvl1pPr>
            <a:lvl2pPr marL="208026" indent="0">
              <a:buNone/>
              <a:defRPr sz="637"/>
            </a:lvl2pPr>
            <a:lvl3pPr marL="416052" indent="0">
              <a:buNone/>
              <a:defRPr sz="546"/>
            </a:lvl3pPr>
            <a:lvl4pPr marL="624078" indent="0">
              <a:buNone/>
              <a:defRPr sz="455"/>
            </a:lvl4pPr>
            <a:lvl5pPr marL="832104" indent="0">
              <a:buNone/>
              <a:defRPr sz="455"/>
            </a:lvl5pPr>
            <a:lvl6pPr marL="1040130" indent="0">
              <a:buNone/>
              <a:defRPr sz="455"/>
            </a:lvl6pPr>
            <a:lvl7pPr marL="1248156" indent="0">
              <a:buNone/>
              <a:defRPr sz="455"/>
            </a:lvl7pPr>
            <a:lvl8pPr marL="1456182" indent="0">
              <a:buNone/>
              <a:defRPr sz="455"/>
            </a:lvl8pPr>
            <a:lvl9pPr marL="1664208" indent="0">
              <a:buNone/>
              <a:defRPr sz="45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31DBB4-61C2-5C57-A4A2-117A3B1E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D83E9ED5-CA5F-47D5-B1AC-ADD678C4841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4D6D64-CDF9-8582-5683-42AD7F5A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0BFA00-41D4-6E6F-F228-3F694826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8FCD38F-15F7-42B5-9D9F-0B9EA191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7432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6C679-20A6-F933-B881-9029B5E4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80" y="273791"/>
            <a:ext cx="7887043" cy="994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D4AE17-DB36-18AE-4F6C-216047518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480" y="1368953"/>
            <a:ext cx="7887043" cy="326381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7D249-552A-4C14-DF59-F204DF1B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D83E9ED5-CA5F-47D5-B1AC-ADD678C4841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3ADAD4-1DDB-D014-F256-5BAE09079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861083-D594-CECA-3AFA-7A4EAA4A1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8FCD38F-15F7-42B5-9D9F-0B9EA191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943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BFF2049-9E92-3F22-6E7B-9E6657D75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4124" y="273791"/>
            <a:ext cx="1971399" cy="4358972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8E2C6B-50BD-EC6D-2D01-021FE5869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479" y="273791"/>
            <a:ext cx="5846294" cy="43589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FD92C9-08FC-E21E-0D8B-A10F71762A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47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D83E9ED5-CA5F-47D5-B1AC-ADD678C4841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E618FB-D11C-AE0C-74C6-6B257FAAB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77" y="4767129"/>
            <a:ext cx="3086046" cy="27379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12B9DA-243E-7500-7EAF-CFED048C9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8158" y="4767129"/>
            <a:ext cx="2057364" cy="273790"/>
          </a:xfrm>
          <a:prstGeom prst="rect">
            <a:avLst/>
          </a:prstGeom>
        </p:spPr>
        <p:txBody>
          <a:bodyPr/>
          <a:lstStyle/>
          <a:p>
            <a:fld id="{68FCD38F-15F7-42B5-9D9F-0B9EA191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53132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C855A-17A2-268D-B42F-C3BDEF6A6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E61E01-60D5-D922-4F9A-802A79CCB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1816B6-3AA2-1183-F08E-950863904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240-D442-194B-BA54-0773F71B6F15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6B189A-998E-9174-9B0C-9DB74C27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F3E00B-ABF5-CF8E-58D3-FC9175312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2732-D179-924F-8223-7FEE29DD8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656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D95DF-82F2-A087-D2FA-40A30AAD1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B587E2-56D8-F60D-5C54-3E2189D6A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3AD6-05E4-7003-DB2B-94852217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240-D442-194B-BA54-0773F71B6F15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FAA3F4-7FF1-6596-5863-CCDB407F4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587E8B-51EF-C663-847F-1B3E6965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2732-D179-924F-8223-7FEE29DD8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5039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912C8C-4E02-D9B9-A540-C02F9041F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6C687D-F489-AD6E-B047-FA7A03690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5779DD-871C-AFA4-CA81-86AD2C85C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240-D442-194B-BA54-0773F71B6F15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33922-9E2E-D92C-668F-BE8938D47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3850A3-2034-6EA7-2B04-3EFD28B8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2732-D179-924F-8223-7FEE29DD8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2204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8195C-EFFC-3C8F-EC37-4EE2BCD11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E0D0DC-B371-DE8A-5FD0-7E30697CC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8D5C3A-5088-BA94-5624-83A191F6A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77FD1E-DB4D-881E-D700-070DB80D3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240-D442-194B-BA54-0773F71B6F15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75CE4F-8C39-20FB-8C11-28EEFE01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DFD044-D322-E9A2-2B99-7904A38B6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2732-D179-924F-8223-7FEE29DD8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5436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14A91-6656-A013-2596-90F267395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E00C3F-EA85-E1FC-E0F3-F188D99A9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D5B198-DE06-E88E-9747-30BBFE397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8F8013-4A0B-6384-D64B-0A6C91D47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5D489C-F119-85FD-722F-3C4120D72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909B79E-ADE3-4AAB-DD9A-E50A98534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240-D442-194B-BA54-0773F71B6F15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1DE0039-7998-3FA0-C9C6-BB0A6DCF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822740-1551-2326-A63A-CF34B909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2732-D179-924F-8223-7FEE29DD8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724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5AFAA-E819-AEE8-6CE5-7D90DBE8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4D5A01-36CA-6F56-C565-2EA9EAD8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240-D442-194B-BA54-0773F71B6F15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212ED99-427D-6237-B528-97A420301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878E512-C41E-1254-DEC8-28C6672B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2732-D179-924F-8223-7FEE29DD8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42178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02F322-F8D6-0AC4-A7F9-918AA66E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240-D442-194B-BA54-0773F71B6F15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13AC21-641F-7FD6-AB7D-387802A1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596C58-BE7F-28AD-C064-E2A2201E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2732-D179-924F-8223-7FEE29DD8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0343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85622-C79E-D175-14AF-0D5ED6039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053D09-64AD-B4F8-D693-B4ACB4F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CEA322-38FA-0D53-3D66-392331D86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C4B3A9-5E29-CF18-CBB1-1974F8E77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240-D442-194B-BA54-0773F71B6F15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88B3CB-029B-7190-2DF5-47DE5976D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76D5E1-A25C-40C0-C61F-4679534F9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2732-D179-924F-8223-7FEE29DD8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68139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EDB83-80A9-93D2-62C3-53F89836C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54828A-061F-1D2E-84DC-A01E56324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A4684B-C087-A29A-934C-E57DC853D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897863-EFC3-23FC-8AE9-BDE786D62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240-D442-194B-BA54-0773F71B6F15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ECB5E3-2CE8-490E-D0C8-85B51E335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452ADB-A43C-FA36-ADCB-0F969E042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2732-D179-924F-8223-7FEE29DD8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9301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964DB-7BA1-3DAD-2A9B-4415348D0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910504-99F5-83FD-DB14-8EC46C13C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DA8EAF-BACF-9093-1551-81DDFA74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240-D442-194B-BA54-0773F71B6F15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A67FC8-5FBB-FC3C-369D-EC41BE7ED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FB9FA7-F744-6101-C312-1BFEE2FFE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2732-D179-924F-8223-7FEE29DD8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92732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F2D172-57A6-61E9-85E8-60FBC2F455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751537-3060-C234-77EF-D89991B21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BC557-5563-14B3-B68B-A0FE4B64C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5240-D442-194B-BA54-0773F71B6F15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4AEE1F-A40D-1B08-BF90-DA9AE54F1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DB72AC-9248-9561-A1C9-AA58736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72732-D179-924F-8223-7FEE29DD8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7185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0FC2-D85F-AE46-9DB3-C5DC4E7EE20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525-082A-2244-8596-4476774A1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82767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0FC2-D85F-AE46-9DB3-C5DC4E7EE20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525-082A-2244-8596-4476774A1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2232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0FC2-D85F-AE46-9DB3-C5DC4E7EE20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525-082A-2244-8596-4476774A1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9682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0FC2-D85F-AE46-9DB3-C5DC4E7EE20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525-082A-2244-8596-4476774A1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31345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0FC2-D85F-AE46-9DB3-C5DC4E7EE20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525-082A-2244-8596-4476774A1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940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0FC2-D85F-AE46-9DB3-C5DC4E7EE20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525-082A-2244-8596-4476774A1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6552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0FC2-D85F-AE46-9DB3-C5DC4E7EE20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525-082A-2244-8596-4476774A1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8451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0FC2-D85F-AE46-9DB3-C5DC4E7EE20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525-082A-2244-8596-4476774A1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036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0FC2-D85F-AE46-9DB3-C5DC4E7EE20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525-082A-2244-8596-4476774A1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0847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0FC2-D85F-AE46-9DB3-C5DC4E7EE20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525-082A-2244-8596-4476774A1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20507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0FC2-D85F-AE46-9DB3-C5DC4E7EE20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6525-082A-2244-8596-4476774A1A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97201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02958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837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38353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1023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704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5308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4923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82322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2043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69841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C9A5-938A-461C-AF96-DFAA993FAEDE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6DBF-B70A-4D94-91A2-F0E115754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71271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3776-2D76-D743-9D20-588461284E24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3ED5-B905-E74A-88FA-200F5FF84B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1362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3776-2D76-D743-9D20-588461284E24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3ED5-B905-E74A-88FA-200F5FF84B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1402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3776-2D76-D743-9D20-588461284E24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3ED5-B905-E74A-88FA-200F5FF84B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0306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3776-2D76-D743-9D20-588461284E24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3ED5-B905-E74A-88FA-200F5FF84B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93375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3776-2D76-D743-9D20-588461284E24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3ED5-B905-E74A-88FA-200F5FF84B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12831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3776-2D76-D743-9D20-588461284E24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3ED5-B905-E74A-88FA-200F5FF84B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611428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3776-2D76-D743-9D20-588461284E24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3ED5-B905-E74A-88FA-200F5FF84B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3085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3776-2D76-D743-9D20-588461284E24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3ED5-B905-E74A-88FA-200F5FF84B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948291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3776-2D76-D743-9D20-588461284E24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3ED5-B905-E74A-88FA-200F5FF84B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95857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3776-2D76-D743-9D20-588461284E24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3ED5-B905-E74A-88FA-200F5FF84B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035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3776-2D76-D743-9D20-588461284E24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3ED5-B905-E74A-88FA-200F5FF84B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875517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27974-F8BE-4841-820F-27012FB21D30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36D6-5902-D34E-9F9E-411DAFD1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0926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27974-F8BE-4841-820F-27012FB21D30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36D6-5902-D34E-9F9E-411DAFD1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5898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27974-F8BE-4841-820F-27012FB21D30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36D6-5902-D34E-9F9E-411DAFD1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72351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27974-F8BE-4841-820F-27012FB21D30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36D6-5902-D34E-9F9E-411DAFD1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41280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27974-F8BE-4841-820F-27012FB21D30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36D6-5902-D34E-9F9E-411DAFD1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611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27974-F8BE-4841-820F-27012FB21D30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36D6-5902-D34E-9F9E-411DAFD1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12281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27974-F8BE-4841-820F-27012FB21D30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36D6-5902-D34E-9F9E-411DAFD1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15463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27974-F8BE-4841-820F-27012FB21D30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36D6-5902-D34E-9F9E-411DAFD1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907190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27974-F8BE-4841-820F-27012FB21D30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36D6-5902-D34E-9F9E-411DAFD1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91429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27974-F8BE-4841-820F-27012FB21D30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36D6-5902-D34E-9F9E-411DAFD1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527050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27974-F8BE-4841-820F-27012FB21D30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B36D6-5902-D34E-9F9E-411DAFD1D2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694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4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6EA9EC5D-E62F-63C4-1673-AD44AD7D92C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82615" y="4097754"/>
            <a:ext cx="840895" cy="819961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7F6F0A6-75D1-4F46-7C76-FA6FE928265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6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6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16052" rtl="0" eaLnBrk="1" latinLnBrk="0" hangingPunct="1">
        <a:lnSpc>
          <a:spcPct val="90000"/>
        </a:lnSpc>
        <a:spcBef>
          <a:spcPct val="0"/>
        </a:spcBef>
        <a:buNone/>
        <a:defRPr sz="200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4013" indent="-104013" algn="l" defTabSz="416052" rtl="0" eaLnBrk="1" latinLnBrk="0" hangingPunct="1">
        <a:lnSpc>
          <a:spcPct val="90000"/>
        </a:lnSpc>
        <a:spcBef>
          <a:spcPts val="455"/>
        </a:spcBef>
        <a:buFont typeface="Arial" panose="020B0604020202020204" pitchFamily="34" charset="0"/>
        <a:buChar char="•"/>
        <a:defRPr sz="1274" kern="1200">
          <a:solidFill>
            <a:schemeClr val="tx1"/>
          </a:solidFill>
          <a:latin typeface="+mn-lt"/>
          <a:ea typeface="+mn-ea"/>
          <a:cs typeface="+mn-cs"/>
        </a:defRPr>
      </a:lvl1pPr>
      <a:lvl2pPr marL="312039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2pPr>
      <a:lvl3pPr marL="520065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910" kern="1200">
          <a:solidFill>
            <a:schemeClr val="tx1"/>
          </a:solidFill>
          <a:latin typeface="+mn-lt"/>
          <a:ea typeface="+mn-ea"/>
          <a:cs typeface="+mn-cs"/>
        </a:defRPr>
      </a:lvl3pPr>
      <a:lvl4pPr marL="728091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4pPr>
      <a:lvl5pPr marL="936117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5pPr>
      <a:lvl6pPr marL="1144143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6pPr>
      <a:lvl7pPr marL="1352169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7pPr>
      <a:lvl8pPr marL="1560195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8pPr>
      <a:lvl9pPr marL="1768221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1pPr>
      <a:lvl2pPr marL="208026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2pPr>
      <a:lvl3pPr marL="416052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3pPr>
      <a:lvl4pPr marL="624078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4pPr>
      <a:lvl5pPr marL="832104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5pPr>
      <a:lvl6pPr marL="1040130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6pPr>
      <a:lvl7pPr marL="1248156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7pPr>
      <a:lvl8pPr marL="1456182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8pPr>
      <a:lvl9pPr marL="1664208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01.png">
            <a:extLst>
              <a:ext uri="{FF2B5EF4-FFF2-40B4-BE49-F238E27FC236}">
                <a16:creationId xmlns:a16="http://schemas.microsoft.com/office/drawing/2014/main" id="{43563D6E-DAC4-8396-8EC1-2A541ADDF71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43839" cy="5143500"/>
          </a:xfrm>
          <a:prstGeom prst="rect">
            <a:avLst/>
          </a:prstGeom>
        </p:spPr>
      </p:pic>
      <p:pic>
        <p:nvPicPr>
          <p:cNvPr id="6" name="Imagem 5" descr="02.png">
            <a:extLst>
              <a:ext uri="{FF2B5EF4-FFF2-40B4-BE49-F238E27FC236}">
                <a16:creationId xmlns:a16="http://schemas.microsoft.com/office/drawing/2014/main" id="{90AEF7F1-389C-BD9F-78CC-2CE87A0AEED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890919" y="4515139"/>
            <a:ext cx="1970467" cy="40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5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16052" rtl="0" eaLnBrk="1" latinLnBrk="0" hangingPunct="1">
        <a:lnSpc>
          <a:spcPct val="90000"/>
        </a:lnSpc>
        <a:spcBef>
          <a:spcPct val="0"/>
        </a:spcBef>
        <a:buNone/>
        <a:defRPr sz="200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4013" indent="-104013" algn="l" defTabSz="416052" rtl="0" eaLnBrk="1" latinLnBrk="0" hangingPunct="1">
        <a:lnSpc>
          <a:spcPct val="90000"/>
        </a:lnSpc>
        <a:spcBef>
          <a:spcPts val="455"/>
        </a:spcBef>
        <a:buFont typeface="Arial" panose="020B0604020202020204" pitchFamily="34" charset="0"/>
        <a:buChar char="•"/>
        <a:defRPr sz="1274" kern="1200">
          <a:solidFill>
            <a:schemeClr val="tx1"/>
          </a:solidFill>
          <a:latin typeface="+mn-lt"/>
          <a:ea typeface="+mn-ea"/>
          <a:cs typeface="+mn-cs"/>
        </a:defRPr>
      </a:lvl1pPr>
      <a:lvl2pPr marL="312039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1092" kern="1200">
          <a:solidFill>
            <a:schemeClr val="tx1"/>
          </a:solidFill>
          <a:latin typeface="+mn-lt"/>
          <a:ea typeface="+mn-ea"/>
          <a:cs typeface="+mn-cs"/>
        </a:defRPr>
      </a:lvl2pPr>
      <a:lvl3pPr marL="520065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910" kern="1200">
          <a:solidFill>
            <a:schemeClr val="tx1"/>
          </a:solidFill>
          <a:latin typeface="+mn-lt"/>
          <a:ea typeface="+mn-ea"/>
          <a:cs typeface="+mn-cs"/>
        </a:defRPr>
      </a:lvl3pPr>
      <a:lvl4pPr marL="728091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4pPr>
      <a:lvl5pPr marL="936117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5pPr>
      <a:lvl6pPr marL="1144143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6pPr>
      <a:lvl7pPr marL="1352169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7pPr>
      <a:lvl8pPr marL="1560195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8pPr>
      <a:lvl9pPr marL="1768221" indent="-104013" algn="l" defTabSz="416052" rtl="0" eaLnBrk="1" latinLnBrk="0" hangingPunct="1">
        <a:lnSpc>
          <a:spcPct val="90000"/>
        </a:lnSpc>
        <a:spcBef>
          <a:spcPts val="228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1pPr>
      <a:lvl2pPr marL="208026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2pPr>
      <a:lvl3pPr marL="416052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3pPr>
      <a:lvl4pPr marL="624078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4pPr>
      <a:lvl5pPr marL="832104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5pPr>
      <a:lvl6pPr marL="1040130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6pPr>
      <a:lvl7pPr marL="1248156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7pPr>
      <a:lvl8pPr marL="1456182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8pPr>
      <a:lvl9pPr marL="1664208" algn="l" defTabSz="416052" rtl="0" eaLnBrk="1" latinLnBrk="0" hangingPunct="1">
        <a:defRPr sz="8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E258852-022E-A0A8-FE07-749A2062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5C5189-E4C6-94C5-E45F-D9FE36D21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17FADF-4564-CFC3-B8F7-B86328904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15240-D442-194B-BA54-0773F71B6F15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53C9A7-C7BC-6CA2-F0EC-05A71D08E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55F12F-CE03-D066-492A-D1F80D988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72732-D179-924F-8223-7FEE29DD8C33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 descr="01.png">
            <a:extLst>
              <a:ext uri="{FF2B5EF4-FFF2-40B4-BE49-F238E27FC236}">
                <a16:creationId xmlns:a16="http://schemas.microsoft.com/office/drawing/2014/main" id="{04B84D49-4F36-D0A6-74D1-E3018C7DA86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43838" cy="5143500"/>
          </a:xfrm>
          <a:prstGeom prst="rect">
            <a:avLst/>
          </a:prstGeom>
        </p:spPr>
      </p:pic>
      <p:pic>
        <p:nvPicPr>
          <p:cNvPr id="8" name="Imagem 7" descr="02.png">
            <a:extLst>
              <a:ext uri="{FF2B5EF4-FFF2-40B4-BE49-F238E27FC236}">
                <a16:creationId xmlns:a16="http://schemas.microsoft.com/office/drawing/2014/main" id="{CA23021B-9BD4-1608-07A0-89BB8F20895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918939" y="4145823"/>
            <a:ext cx="3305961" cy="67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40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  <p:pic>
        <p:nvPicPr>
          <p:cNvPr id="7" name="Imagem 6" descr="01.png">
            <a:extLst>
              <a:ext uri="{FF2B5EF4-FFF2-40B4-BE49-F238E27FC236}">
                <a16:creationId xmlns:a16="http://schemas.microsoft.com/office/drawing/2014/main" id="{C89F69B1-9C50-4997-4473-A337CA44C2C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43839" cy="5143500"/>
          </a:xfrm>
          <a:prstGeom prst="rect">
            <a:avLst/>
          </a:prstGeom>
        </p:spPr>
      </p:pic>
      <p:pic>
        <p:nvPicPr>
          <p:cNvPr id="8" name="Imagem 7" descr="02.png">
            <a:extLst>
              <a:ext uri="{FF2B5EF4-FFF2-40B4-BE49-F238E27FC236}">
                <a16:creationId xmlns:a16="http://schemas.microsoft.com/office/drawing/2014/main" id="{C755AF6C-A532-6544-4A29-DA116F8C37B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139595" y="4384418"/>
            <a:ext cx="1719061" cy="53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  <p:pic>
        <p:nvPicPr>
          <p:cNvPr id="7" name="Imagem 6" descr="01.png">
            <a:extLst>
              <a:ext uri="{FF2B5EF4-FFF2-40B4-BE49-F238E27FC236}">
                <a16:creationId xmlns:a16="http://schemas.microsoft.com/office/drawing/2014/main" id="{32E745C5-D84F-6B2D-EBD9-A9521310515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43839" cy="5143500"/>
          </a:xfrm>
          <a:prstGeom prst="rect">
            <a:avLst/>
          </a:prstGeom>
        </p:spPr>
      </p:pic>
      <p:pic>
        <p:nvPicPr>
          <p:cNvPr id="8" name="Imagem 7" descr="02.png">
            <a:extLst>
              <a:ext uri="{FF2B5EF4-FFF2-40B4-BE49-F238E27FC236}">
                <a16:creationId xmlns:a16="http://schemas.microsoft.com/office/drawing/2014/main" id="{D413469E-84F6-92E0-E370-4997CCE1CF4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890919" y="4515139"/>
            <a:ext cx="1970467" cy="40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0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  <p:pic>
        <p:nvPicPr>
          <p:cNvPr id="7" name="Espaço Reservado para Conteúdo 3">
            <a:extLst>
              <a:ext uri="{FF2B5EF4-FFF2-40B4-BE49-F238E27FC236}">
                <a16:creationId xmlns:a16="http://schemas.microsoft.com/office/drawing/2014/main" id="{2C0B4B68-D5B6-1493-800E-0C2BCBAF257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83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85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  <p:pic>
        <p:nvPicPr>
          <p:cNvPr id="7" name="Imagem 6" descr="01.png">
            <a:extLst>
              <a:ext uri="{FF2B5EF4-FFF2-40B4-BE49-F238E27FC236}">
                <a16:creationId xmlns:a16="http://schemas.microsoft.com/office/drawing/2014/main" id="{B1E5E8FD-991F-B7C4-8DDE-91B6CD71C8D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43838" cy="5143500"/>
          </a:xfrm>
          <a:prstGeom prst="rect">
            <a:avLst/>
          </a:prstGeom>
        </p:spPr>
      </p:pic>
      <p:pic>
        <p:nvPicPr>
          <p:cNvPr id="8" name="Imagem 7" descr="02.png">
            <a:extLst>
              <a:ext uri="{FF2B5EF4-FFF2-40B4-BE49-F238E27FC236}">
                <a16:creationId xmlns:a16="http://schemas.microsoft.com/office/drawing/2014/main" id="{7734A482-A2A7-A4FC-6F27-C31919B57D4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918939" y="4145823"/>
            <a:ext cx="3305961" cy="67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420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BC0BF4A7-0B9D-9DD6-4BA7-82E4012C92CE}"/>
              </a:ext>
            </a:extLst>
          </p:cNvPr>
          <p:cNvSpPr txBox="1"/>
          <p:nvPr/>
        </p:nvSpPr>
        <p:spPr>
          <a:xfrm>
            <a:off x="571471" y="428610"/>
            <a:ext cx="3175581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14400">
              <a:defRPr/>
            </a:pPr>
            <a:r>
              <a:rPr lang="pt-BR" sz="2000" b="1">
                <a:solidFill>
                  <a:srgbClr val="FEFAF1"/>
                </a:solidFill>
                <a:latin typeface="Metropolis"/>
              </a:rPr>
              <a:t>Modelo de apresentação Power Point</a:t>
            </a:r>
            <a:endParaRPr lang="pt-BR"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329D686-3EFC-7B0A-A498-1DACF3E83A31}"/>
              </a:ext>
            </a:extLst>
          </p:cNvPr>
          <p:cNvSpPr txBox="1"/>
          <p:nvPr/>
        </p:nvSpPr>
        <p:spPr>
          <a:xfrm>
            <a:off x="567429" y="1626896"/>
            <a:ext cx="785005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14400">
              <a:defRPr/>
            </a:pPr>
            <a:r>
              <a:rPr lang="pt-BR" sz="1800" b="1">
                <a:solidFill>
                  <a:schemeClr val="bg1"/>
                </a:solidFill>
                <a:latin typeface="Metropolis"/>
              </a:rPr>
              <a:t>Orientações de uso:</a:t>
            </a:r>
          </a:p>
          <a:p>
            <a:pPr marL="285750" indent="-285750" defTabSz="914400">
              <a:buFont typeface="Arial"/>
              <a:buChar char="•"/>
              <a:defRPr/>
            </a:pPr>
            <a:r>
              <a:rPr lang="pt-BR" sz="1800">
                <a:solidFill>
                  <a:schemeClr val="bg1"/>
                </a:solidFill>
                <a:latin typeface="Metropolis"/>
              </a:rPr>
              <a:t>Antes de iniciar, baixe uma cópia do arquivo na sua máquina;</a:t>
            </a:r>
          </a:p>
          <a:p>
            <a:pPr marL="285750" indent="-285750" defTabSz="914400">
              <a:buFont typeface="Arial"/>
              <a:buChar char="•"/>
              <a:defRPr/>
            </a:pPr>
            <a:r>
              <a:rPr lang="pt-BR" sz="1800">
                <a:solidFill>
                  <a:schemeClr val="bg1"/>
                </a:solidFill>
                <a:latin typeface="Metropolis"/>
              </a:rPr>
              <a:t>Não altere a fonte nem as cores do texto;</a:t>
            </a:r>
          </a:p>
          <a:p>
            <a:pPr marL="285750" indent="-285750" defTabSz="914400">
              <a:buFont typeface="Arial"/>
              <a:buChar char="•"/>
              <a:defRPr/>
            </a:pPr>
            <a:r>
              <a:rPr lang="pt-BR" sz="1800">
                <a:solidFill>
                  <a:schemeClr val="bg1"/>
                </a:solidFill>
                <a:latin typeface="Metropolis"/>
              </a:rPr>
              <a:t>Qualquer dúvida ou necessidade específica, procurar pelo time de marketing.</a:t>
            </a:r>
          </a:p>
          <a:p>
            <a:pPr marL="285750" indent="-285750" defTabSz="914400">
              <a:buFont typeface="Arial"/>
              <a:buChar char="•"/>
              <a:defRPr/>
            </a:pPr>
            <a:endParaRPr lang="pt-BR" sz="1400">
              <a:solidFill>
                <a:schemeClr val="bg1"/>
              </a:solidFill>
              <a:latin typeface="Metropolis"/>
            </a:endParaRPr>
          </a:p>
          <a:p>
            <a:pPr marL="285750" indent="-285750" defTabSz="914400">
              <a:buFont typeface="Arial"/>
              <a:buChar char="•"/>
              <a:defRPr/>
            </a:pPr>
            <a:endParaRPr lang="pt-BR" sz="1400">
              <a:solidFill>
                <a:schemeClr val="bg1"/>
              </a:solidFill>
              <a:latin typeface="Metropolis"/>
            </a:endParaRPr>
          </a:p>
        </p:txBody>
      </p:sp>
    </p:spTree>
    <p:extLst>
      <p:ext uri="{BB962C8B-B14F-4D97-AF65-F5344CB8AC3E}">
        <p14:creationId xmlns:p14="http://schemas.microsoft.com/office/powerpoint/2010/main" val="138726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4BFCD10-10FF-74CC-3715-9F782C63F9D9}"/>
              </a:ext>
            </a:extLst>
          </p:cNvPr>
          <p:cNvSpPr txBox="1"/>
          <p:nvPr/>
        </p:nvSpPr>
        <p:spPr>
          <a:xfrm>
            <a:off x="500034" y="307477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TÍTULO DO SLIDE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190693-8EF9-FBCA-1AD8-F3EAACFE43E8}"/>
              </a:ext>
            </a:extLst>
          </p:cNvPr>
          <p:cNvSpPr txBox="1"/>
          <p:nvPr/>
        </p:nvSpPr>
        <p:spPr>
          <a:xfrm>
            <a:off x="7061526" y="307477"/>
            <a:ext cx="16385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CAPÍTULO DA APRESENTAÇÃO</a:t>
            </a:r>
          </a:p>
        </p:txBody>
      </p:sp>
      <p:pic>
        <p:nvPicPr>
          <p:cNvPr id="5" name="Imagem 4" descr="03.png">
            <a:extLst>
              <a:ext uri="{FF2B5EF4-FFF2-40B4-BE49-F238E27FC236}">
                <a16:creationId xmlns:a16="http://schemas.microsoft.com/office/drawing/2014/main" id="{4152BBEB-5AEA-680C-B7F4-7E05DF3CE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14" y="928676"/>
            <a:ext cx="3071834" cy="315127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ECD22CA-5982-EF92-D5D0-469C2BBD7BA2}"/>
              </a:ext>
            </a:extLst>
          </p:cNvPr>
          <p:cNvSpPr txBox="1"/>
          <p:nvPr/>
        </p:nvSpPr>
        <p:spPr>
          <a:xfrm>
            <a:off x="4857754" y="1651749"/>
            <a:ext cx="3242637" cy="1238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Infraestrutura, mobilidade e convivência, pensadas desde o início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154E38"/>
              </a:solidFill>
              <a:effectLst/>
              <a:uLnTx/>
              <a:uFillTx/>
              <a:latin typeface="Metropolis Extra Bold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Cada empreendimento é um pedaço da cidade que passa a funcionar melhor: mobilidade, infraestrutura e espaços de convivência, tudo planejado antes da obra.</a:t>
            </a:r>
            <a:endParaRPr kumimoji="0" lang="pt-BR" sz="1050" b="0" i="0" u="none" strike="noStrike" kern="1200" cap="none" spc="0" normalizeH="0" baseline="0" noProof="0">
              <a:ln>
                <a:noFill/>
              </a:ln>
              <a:solidFill>
                <a:srgbClr val="154E38"/>
              </a:solidFill>
              <a:effectLst/>
              <a:uLnTx/>
              <a:uFillTx/>
              <a:latin typeface="Metropolis Extra Bold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6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9F68-C037-29C3-91C2-78F944582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0A762CB-1CD8-FAB0-D6CB-1742B98914A0}"/>
              </a:ext>
            </a:extLst>
          </p:cNvPr>
          <p:cNvSpPr txBox="1"/>
          <p:nvPr/>
        </p:nvSpPr>
        <p:spPr>
          <a:xfrm>
            <a:off x="500034" y="307477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TÍTULO DO SLIDE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4AC764-F7DE-87CC-CA28-1551FB1C0638}"/>
              </a:ext>
            </a:extLst>
          </p:cNvPr>
          <p:cNvSpPr txBox="1"/>
          <p:nvPr/>
        </p:nvSpPr>
        <p:spPr>
          <a:xfrm>
            <a:off x="7061526" y="307477"/>
            <a:ext cx="16385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CAPÍTULO DA APRESENTAÇÃO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CC6FE6A-231B-53AD-8AB7-93ACA9B21248}"/>
              </a:ext>
            </a:extLst>
          </p:cNvPr>
          <p:cNvSpPr txBox="1"/>
          <p:nvPr/>
        </p:nvSpPr>
        <p:spPr>
          <a:xfrm>
            <a:off x="901983" y="1572236"/>
            <a:ext cx="324263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Pessoas constroem legados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50" b="0" i="0" u="none" strike="noStrike" kern="1200" cap="none" spc="0" normalizeH="0" baseline="0" noProof="0">
              <a:ln>
                <a:noFill/>
              </a:ln>
              <a:solidFill>
                <a:srgbClr val="154E38"/>
              </a:solidFill>
              <a:effectLst/>
              <a:uLnTx/>
              <a:uFillTx/>
              <a:latin typeface="Metropolis Medium" pitchFamily="50" charset="0"/>
              <a:ea typeface="+mn-ea"/>
              <a:cs typeface="+mn-cs"/>
            </a:endParaRPr>
          </a:p>
          <a:p>
            <a:pPr marL="0" marR="0" lvl="0" indent="0" algn="l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Colaboradores, parceiros, corretores, clientes e comunidades fazem parte da mesma história construída ao longo desses 30 anos.</a:t>
            </a:r>
            <a:endParaRPr kumimoji="0" lang="pt-BR" sz="1050" b="0" i="0" u="none" strike="noStrike" kern="1200" cap="none" spc="0" normalizeH="0" baseline="0" noProof="0">
              <a:ln>
                <a:noFill/>
              </a:ln>
              <a:solidFill>
                <a:srgbClr val="154E38"/>
              </a:solidFill>
              <a:effectLst/>
              <a:uLnTx/>
              <a:uFillTx/>
              <a:latin typeface="Metropolis Extra Bold" pitchFamily="50" charset="0"/>
              <a:ea typeface="+mn-ea"/>
              <a:cs typeface="+mn-cs"/>
            </a:endParaRPr>
          </a:p>
        </p:txBody>
      </p:sp>
      <p:pic>
        <p:nvPicPr>
          <p:cNvPr id="4" name="Imagem 3" descr="03.png">
            <a:extLst>
              <a:ext uri="{FF2B5EF4-FFF2-40B4-BE49-F238E27FC236}">
                <a16:creationId xmlns:a16="http://schemas.microsoft.com/office/drawing/2014/main" id="{8CDAB9B6-09D4-AAD4-A559-D0B44B587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382" y="1000123"/>
            <a:ext cx="3064012" cy="314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2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B7C3B-F327-43E8-BA4B-9853602F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F856FB8-533C-ECFA-5DE1-162FD9CB0185}"/>
              </a:ext>
            </a:extLst>
          </p:cNvPr>
          <p:cNvSpPr txBox="1"/>
          <p:nvPr/>
        </p:nvSpPr>
        <p:spPr>
          <a:xfrm>
            <a:off x="500034" y="307477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TÍTULO DO SLIDE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2027EC-9FEC-247B-37B2-0B59C9EC2A1B}"/>
              </a:ext>
            </a:extLst>
          </p:cNvPr>
          <p:cNvSpPr txBox="1"/>
          <p:nvPr/>
        </p:nvSpPr>
        <p:spPr>
          <a:xfrm>
            <a:off x="7061526" y="307477"/>
            <a:ext cx="16385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CAPÍTULO DA APRESENTAÇÃO</a:t>
            </a:r>
          </a:p>
        </p:txBody>
      </p:sp>
      <p:pic>
        <p:nvPicPr>
          <p:cNvPr id="25" name="Imagem 24" descr="03.png">
            <a:extLst>
              <a:ext uri="{FF2B5EF4-FFF2-40B4-BE49-F238E27FC236}">
                <a16:creationId xmlns:a16="http://schemas.microsoft.com/office/drawing/2014/main" id="{CAFC0EAA-859D-B3EB-E213-FB78F70C5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0" y="2053671"/>
            <a:ext cx="8501090" cy="99598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F6E8E66B-9259-723B-0E2D-62721D0948B2}"/>
              </a:ext>
            </a:extLst>
          </p:cNvPr>
          <p:cNvSpPr txBox="1"/>
          <p:nvPr/>
        </p:nvSpPr>
        <p:spPr>
          <a:xfrm>
            <a:off x="357158" y="1053539"/>
            <a:ext cx="135732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FUNDAÇÃO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0A2619C-7AB0-6EE6-6458-B692B19E252B}"/>
              </a:ext>
            </a:extLst>
          </p:cNvPr>
          <p:cNvSpPr txBox="1"/>
          <p:nvPr/>
        </p:nvSpPr>
        <p:spPr>
          <a:xfrm>
            <a:off x="428596" y="1267853"/>
            <a:ext cx="12144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A Moura Leite nasce com um propósito simples: transformar espaços em oportunidades para as pessoas começarem bem.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9669F2B-CC6C-9F75-3619-CD641FD692E1}"/>
              </a:ext>
            </a:extLst>
          </p:cNvPr>
          <p:cNvSpPr txBox="1"/>
          <p:nvPr/>
        </p:nvSpPr>
        <p:spPr>
          <a:xfrm>
            <a:off x="357158" y="2696613"/>
            <a:ext cx="1285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1996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3C16862-75A4-F087-2DB4-657A0185CB53}"/>
              </a:ext>
            </a:extLst>
          </p:cNvPr>
          <p:cNvSpPr txBox="1"/>
          <p:nvPr/>
        </p:nvSpPr>
        <p:spPr>
          <a:xfrm>
            <a:off x="3143240" y="1053539"/>
            <a:ext cx="135732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FUNDAÇÃO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8EA71DD-DACC-5CDD-4B73-1D1D2BC47F4B}"/>
              </a:ext>
            </a:extLst>
          </p:cNvPr>
          <p:cNvSpPr txBox="1"/>
          <p:nvPr/>
        </p:nvSpPr>
        <p:spPr>
          <a:xfrm>
            <a:off x="3214678" y="1267853"/>
            <a:ext cx="12144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A Moura Leite nasce com um propósito simples: transformar espaços em oportunidades para as pessoas começarem bem.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161C760-4A24-036D-6466-C0EF02E4CF26}"/>
              </a:ext>
            </a:extLst>
          </p:cNvPr>
          <p:cNvSpPr txBox="1"/>
          <p:nvPr/>
        </p:nvSpPr>
        <p:spPr>
          <a:xfrm>
            <a:off x="5929322" y="1053539"/>
            <a:ext cx="135732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FUNDAÇÃO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202417F-7490-1684-C3A5-A85065D2BB34}"/>
              </a:ext>
            </a:extLst>
          </p:cNvPr>
          <p:cNvSpPr txBox="1"/>
          <p:nvPr/>
        </p:nvSpPr>
        <p:spPr>
          <a:xfrm>
            <a:off x="6000760" y="1267853"/>
            <a:ext cx="12144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A Moura Leite nasce com um propósito simples: transformar espaços em oportunidades para as pessoas começarem bem.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C3153847-38DD-2246-AB8F-CCFFFD1CFB52}"/>
              </a:ext>
            </a:extLst>
          </p:cNvPr>
          <p:cNvSpPr txBox="1"/>
          <p:nvPr/>
        </p:nvSpPr>
        <p:spPr>
          <a:xfrm>
            <a:off x="1714480" y="3196679"/>
            <a:ext cx="135732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FUNDAÇÃO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A62A73A-1EF1-8751-DA11-464F07BFBC46}"/>
              </a:ext>
            </a:extLst>
          </p:cNvPr>
          <p:cNvSpPr txBox="1"/>
          <p:nvPr/>
        </p:nvSpPr>
        <p:spPr>
          <a:xfrm>
            <a:off x="1785918" y="3410993"/>
            <a:ext cx="12144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A Moura Leite nasce com um propósito simples: transformar espaços em oportunidades para as pessoas começarem bem.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9C36C7D-A408-91DB-BFD3-F3BD2BBBAFCC}"/>
              </a:ext>
            </a:extLst>
          </p:cNvPr>
          <p:cNvSpPr txBox="1"/>
          <p:nvPr/>
        </p:nvSpPr>
        <p:spPr>
          <a:xfrm>
            <a:off x="4572000" y="3196679"/>
            <a:ext cx="135732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FUNDAÇÃO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2A68C05-0DB0-F275-BC50-BC1010EBEA96}"/>
              </a:ext>
            </a:extLst>
          </p:cNvPr>
          <p:cNvSpPr txBox="1"/>
          <p:nvPr/>
        </p:nvSpPr>
        <p:spPr>
          <a:xfrm>
            <a:off x="4643438" y="3410993"/>
            <a:ext cx="12144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A Moura Leite nasce com um propósito simples: transformar espaços em oportunidades para as pessoas começarem bem.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DA8C07C-11DB-04A3-326B-4456A6EB7889}"/>
              </a:ext>
            </a:extLst>
          </p:cNvPr>
          <p:cNvSpPr txBox="1"/>
          <p:nvPr/>
        </p:nvSpPr>
        <p:spPr>
          <a:xfrm>
            <a:off x="7429520" y="3196679"/>
            <a:ext cx="135732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FUNDAÇÃO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4DE6D9E-27F5-FE52-25BD-928157EC9760}"/>
              </a:ext>
            </a:extLst>
          </p:cNvPr>
          <p:cNvSpPr txBox="1"/>
          <p:nvPr/>
        </p:nvSpPr>
        <p:spPr>
          <a:xfrm>
            <a:off x="7500958" y="3410993"/>
            <a:ext cx="12144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A Moura Leite nasce com um propósito simples: transformar espaços em oportunidades para as pessoas começarem bem.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D2C9428-6C48-FD9C-E5C6-652F293BD3F1}"/>
              </a:ext>
            </a:extLst>
          </p:cNvPr>
          <p:cNvSpPr txBox="1"/>
          <p:nvPr/>
        </p:nvSpPr>
        <p:spPr>
          <a:xfrm>
            <a:off x="1785918" y="2125109"/>
            <a:ext cx="1214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1996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6C9874C-18E5-8CC4-D353-46A95AD53BE0}"/>
              </a:ext>
            </a:extLst>
          </p:cNvPr>
          <p:cNvSpPr txBox="1"/>
          <p:nvPr/>
        </p:nvSpPr>
        <p:spPr>
          <a:xfrm>
            <a:off x="3214678" y="2696613"/>
            <a:ext cx="1214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1996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FDA66E0-329B-0596-8227-6F6ED65A7130}"/>
              </a:ext>
            </a:extLst>
          </p:cNvPr>
          <p:cNvSpPr txBox="1"/>
          <p:nvPr/>
        </p:nvSpPr>
        <p:spPr>
          <a:xfrm>
            <a:off x="4643438" y="2125109"/>
            <a:ext cx="1214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1996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400A8EE-23C6-DBC4-33DA-467B86C1070A}"/>
              </a:ext>
            </a:extLst>
          </p:cNvPr>
          <p:cNvSpPr txBox="1"/>
          <p:nvPr/>
        </p:nvSpPr>
        <p:spPr>
          <a:xfrm>
            <a:off x="6072198" y="2696613"/>
            <a:ext cx="1214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1996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CAAE8B1B-9102-D316-5E70-1B4C9D266783}"/>
              </a:ext>
            </a:extLst>
          </p:cNvPr>
          <p:cNvSpPr txBox="1"/>
          <p:nvPr/>
        </p:nvSpPr>
        <p:spPr>
          <a:xfrm>
            <a:off x="7429520" y="2125109"/>
            <a:ext cx="1285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1996</a:t>
            </a:r>
          </a:p>
        </p:txBody>
      </p:sp>
    </p:spTree>
    <p:extLst>
      <p:ext uri="{BB962C8B-B14F-4D97-AF65-F5344CB8AC3E}">
        <p14:creationId xmlns:p14="http://schemas.microsoft.com/office/powerpoint/2010/main" val="40744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9970EB1-9591-776E-4545-2D05EE125826}"/>
              </a:ext>
            </a:extLst>
          </p:cNvPr>
          <p:cNvSpPr txBox="1"/>
          <p:nvPr/>
        </p:nvSpPr>
        <p:spPr>
          <a:xfrm>
            <a:off x="2984209" y="1835320"/>
            <a:ext cx="31755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EFAF1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30 anos transformando lugares para as pessoas transformarem suas vidas.</a:t>
            </a:r>
          </a:p>
        </p:txBody>
      </p:sp>
    </p:spTree>
    <p:extLst>
      <p:ext uri="{BB962C8B-B14F-4D97-AF65-F5344CB8AC3E}">
        <p14:creationId xmlns:p14="http://schemas.microsoft.com/office/powerpoint/2010/main" val="521061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3D8FB-86A4-4E7D-3BAB-9ADC806A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5D4E3AE-16B6-654D-092B-5DF71B2F6509}"/>
              </a:ext>
            </a:extLst>
          </p:cNvPr>
          <p:cNvSpPr txBox="1"/>
          <p:nvPr/>
        </p:nvSpPr>
        <p:spPr>
          <a:xfrm>
            <a:off x="500034" y="307477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TÍTULO DO SLIDE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8BE798-84F3-A4C5-D1EA-B29147568117}"/>
              </a:ext>
            </a:extLst>
          </p:cNvPr>
          <p:cNvSpPr txBox="1"/>
          <p:nvPr/>
        </p:nvSpPr>
        <p:spPr>
          <a:xfrm>
            <a:off x="7061526" y="307477"/>
            <a:ext cx="16385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CAPÍTULO DA APRESENTAÇÃO</a:t>
            </a:r>
          </a:p>
        </p:txBody>
      </p:sp>
      <p:pic>
        <p:nvPicPr>
          <p:cNvPr id="19" name="Imagem 18" descr="03.png">
            <a:extLst>
              <a:ext uri="{FF2B5EF4-FFF2-40B4-BE49-F238E27FC236}">
                <a16:creationId xmlns:a16="http://schemas.microsoft.com/office/drawing/2014/main" id="{CCDF2678-376E-159F-1A59-EBEC5B2A4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00" y="1571618"/>
            <a:ext cx="1337120" cy="1928808"/>
          </a:xfrm>
          <a:prstGeom prst="rect">
            <a:avLst/>
          </a:prstGeom>
        </p:spPr>
      </p:pic>
      <p:pic>
        <p:nvPicPr>
          <p:cNvPr id="20" name="Imagem 19" descr="03.png">
            <a:extLst>
              <a:ext uri="{FF2B5EF4-FFF2-40B4-BE49-F238E27FC236}">
                <a16:creationId xmlns:a16="http://schemas.microsoft.com/office/drawing/2014/main" id="{46341739-52D8-528E-098E-7DBE6EA3E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60" y="1571618"/>
            <a:ext cx="1337120" cy="1928808"/>
          </a:xfrm>
          <a:prstGeom prst="rect">
            <a:avLst/>
          </a:prstGeom>
        </p:spPr>
      </p:pic>
      <p:pic>
        <p:nvPicPr>
          <p:cNvPr id="21" name="Imagem 20" descr="03.png">
            <a:extLst>
              <a:ext uri="{FF2B5EF4-FFF2-40B4-BE49-F238E27FC236}">
                <a16:creationId xmlns:a16="http://schemas.microsoft.com/office/drawing/2014/main" id="{CD133B68-E4B5-2517-8AF3-46BD1F671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0" y="1571618"/>
            <a:ext cx="1337120" cy="1928808"/>
          </a:xfrm>
          <a:prstGeom prst="rect">
            <a:avLst/>
          </a:prstGeom>
        </p:spPr>
      </p:pic>
      <p:pic>
        <p:nvPicPr>
          <p:cNvPr id="22" name="Imagem 21" descr="03.png">
            <a:extLst>
              <a:ext uri="{FF2B5EF4-FFF2-40B4-BE49-F238E27FC236}">
                <a16:creationId xmlns:a16="http://schemas.microsoft.com/office/drawing/2014/main" id="{1F8FE927-7196-B31D-7806-214501D9F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0" y="1571618"/>
            <a:ext cx="1337120" cy="1928808"/>
          </a:xfrm>
          <a:prstGeom prst="rect">
            <a:avLst/>
          </a:prstGeom>
        </p:spPr>
      </p:pic>
      <p:pic>
        <p:nvPicPr>
          <p:cNvPr id="23" name="Imagem 22" descr="03.png">
            <a:extLst>
              <a:ext uri="{FF2B5EF4-FFF2-40B4-BE49-F238E27FC236}">
                <a16:creationId xmlns:a16="http://schemas.microsoft.com/office/drawing/2014/main" id="{4979D18C-0F89-6E47-88D7-03559D1E0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40" y="1571618"/>
            <a:ext cx="1337120" cy="1928808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D61A2650-3956-C8B9-6AC0-4CC66F7D5531}"/>
              </a:ext>
            </a:extLst>
          </p:cNvPr>
          <p:cNvSpPr txBox="1"/>
          <p:nvPr/>
        </p:nvSpPr>
        <p:spPr>
          <a:xfrm>
            <a:off x="1000100" y="2357436"/>
            <a:ext cx="1357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EFAF1"/>
                </a:solidFill>
                <a:effectLst/>
                <a:uLnTx/>
                <a:uFillTx/>
                <a:latin typeface="Metropolis Semi Bold" pitchFamily="50" charset="0"/>
                <a:ea typeface="+mn-ea"/>
                <a:cs typeface="+mn-cs"/>
              </a:rPr>
              <a:t>COMPROMISSO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2121C54E-A295-573C-C045-CD5A89E19AC0}"/>
              </a:ext>
            </a:extLst>
          </p:cNvPr>
          <p:cNvSpPr txBox="1"/>
          <p:nvPr/>
        </p:nvSpPr>
        <p:spPr>
          <a:xfrm>
            <a:off x="1000100" y="2714626"/>
            <a:ext cx="135732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FEFAF1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O combinado é sério. Entrega com responsabilidade, cuidado nos detalhes e presença até o final.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F9EF954-B5A0-1585-C3A6-2774F961C7DB}"/>
              </a:ext>
            </a:extLst>
          </p:cNvPr>
          <p:cNvSpPr txBox="1"/>
          <p:nvPr/>
        </p:nvSpPr>
        <p:spPr>
          <a:xfrm>
            <a:off x="2428860" y="2357436"/>
            <a:ext cx="1357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EFAF1"/>
                </a:solidFill>
                <a:effectLst/>
                <a:uLnTx/>
                <a:uFillTx/>
                <a:latin typeface="Metropolis Semi Bold" pitchFamily="50" charset="0"/>
                <a:ea typeface="+mn-ea"/>
                <a:cs typeface="+mn-cs"/>
              </a:rPr>
              <a:t>COMPROMISSO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4DEE9B2-2FDE-DFFC-5465-5E8ABFFAB1BC}"/>
              </a:ext>
            </a:extLst>
          </p:cNvPr>
          <p:cNvSpPr txBox="1"/>
          <p:nvPr/>
        </p:nvSpPr>
        <p:spPr>
          <a:xfrm>
            <a:off x="2428860" y="2714626"/>
            <a:ext cx="135732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FEFAF1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O combinado é sério. Entrega com responsabilidade, cuidado nos detalhes e presença até o final.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4B548ED-9AC7-9AEB-651A-C2EAFDA00A90}"/>
              </a:ext>
            </a:extLst>
          </p:cNvPr>
          <p:cNvSpPr txBox="1"/>
          <p:nvPr/>
        </p:nvSpPr>
        <p:spPr>
          <a:xfrm>
            <a:off x="3857620" y="2357436"/>
            <a:ext cx="1357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EFAF1"/>
                </a:solidFill>
                <a:effectLst/>
                <a:uLnTx/>
                <a:uFillTx/>
                <a:latin typeface="Metropolis Semi Bold" pitchFamily="50" charset="0"/>
                <a:ea typeface="+mn-ea"/>
                <a:cs typeface="+mn-cs"/>
              </a:rPr>
              <a:t>COMPROMISSO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E53594B-32AD-DA43-0568-D401431E6E7B}"/>
              </a:ext>
            </a:extLst>
          </p:cNvPr>
          <p:cNvSpPr txBox="1"/>
          <p:nvPr/>
        </p:nvSpPr>
        <p:spPr>
          <a:xfrm>
            <a:off x="3857620" y="2714626"/>
            <a:ext cx="135732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FEFAF1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O combinado é sério. Entrega com responsabilidade, cuidado nos detalhes e presença até o final.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060E2712-AADE-AD3D-48CA-266A7C1A5EF7}"/>
              </a:ext>
            </a:extLst>
          </p:cNvPr>
          <p:cNvSpPr txBox="1"/>
          <p:nvPr/>
        </p:nvSpPr>
        <p:spPr>
          <a:xfrm>
            <a:off x="5286380" y="2357436"/>
            <a:ext cx="1357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EFAF1"/>
                </a:solidFill>
                <a:effectLst/>
                <a:uLnTx/>
                <a:uFillTx/>
                <a:latin typeface="Metropolis Semi Bold" pitchFamily="50" charset="0"/>
                <a:ea typeface="+mn-ea"/>
                <a:cs typeface="+mn-cs"/>
              </a:rPr>
              <a:t>COMPROMISSO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3ACDB646-52E6-108C-A0D1-38CECF03B201}"/>
              </a:ext>
            </a:extLst>
          </p:cNvPr>
          <p:cNvSpPr txBox="1"/>
          <p:nvPr/>
        </p:nvSpPr>
        <p:spPr>
          <a:xfrm>
            <a:off x="5286380" y="2714626"/>
            <a:ext cx="135732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FEFAF1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O combinado é sério. Entrega com responsabilidade, cuidado nos detalhes e presença até o final.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6ACB2D7D-CB5D-0B2F-0222-B677F65F8C21}"/>
              </a:ext>
            </a:extLst>
          </p:cNvPr>
          <p:cNvSpPr txBox="1"/>
          <p:nvPr/>
        </p:nvSpPr>
        <p:spPr>
          <a:xfrm>
            <a:off x="6715140" y="2357436"/>
            <a:ext cx="1357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EFAF1"/>
                </a:solidFill>
                <a:effectLst/>
                <a:uLnTx/>
                <a:uFillTx/>
                <a:latin typeface="Metropolis Semi Bold" pitchFamily="50" charset="0"/>
                <a:ea typeface="+mn-ea"/>
                <a:cs typeface="+mn-cs"/>
              </a:rPr>
              <a:t>COMPROMISSO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AEF91D1-B3E4-5001-888C-7E89993771C1}"/>
              </a:ext>
            </a:extLst>
          </p:cNvPr>
          <p:cNvSpPr txBox="1"/>
          <p:nvPr/>
        </p:nvSpPr>
        <p:spPr>
          <a:xfrm>
            <a:off x="6715140" y="2714626"/>
            <a:ext cx="135732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FEFAF1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O combinado é sério. Entrega com responsabilidade, cuidado nos detalhes e presença até o final.</a:t>
            </a:r>
          </a:p>
        </p:txBody>
      </p:sp>
    </p:spTree>
    <p:extLst>
      <p:ext uri="{BB962C8B-B14F-4D97-AF65-F5344CB8AC3E}">
        <p14:creationId xmlns:p14="http://schemas.microsoft.com/office/powerpoint/2010/main" val="2971418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AC5D6-7833-D1A3-E489-C3D2EC652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42A1000-16D5-128A-5016-4A4944D56565}"/>
              </a:ext>
            </a:extLst>
          </p:cNvPr>
          <p:cNvSpPr txBox="1"/>
          <p:nvPr/>
        </p:nvSpPr>
        <p:spPr>
          <a:xfrm>
            <a:off x="500034" y="307477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TÍTULO DO SLIDE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14A659F-61F8-8DD7-BD69-5760C9012143}"/>
              </a:ext>
            </a:extLst>
          </p:cNvPr>
          <p:cNvSpPr txBox="1"/>
          <p:nvPr/>
        </p:nvSpPr>
        <p:spPr>
          <a:xfrm>
            <a:off x="7061526" y="307477"/>
            <a:ext cx="16385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" pitchFamily="50" charset="0"/>
                <a:ea typeface="+mn-ea"/>
                <a:cs typeface="+mn-cs"/>
              </a:rPr>
              <a:t>CAPÍTULO DA APRESENTAÇÃO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0BF3C77-5B57-78E6-C0CE-24E5C64E85BE}"/>
              </a:ext>
            </a:extLst>
          </p:cNvPr>
          <p:cNvSpPr txBox="1"/>
          <p:nvPr/>
        </p:nvSpPr>
        <p:spPr>
          <a:xfrm>
            <a:off x="2428860" y="819980"/>
            <a:ext cx="385765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Nosso legado em números:</a:t>
            </a:r>
          </a:p>
        </p:txBody>
      </p:sp>
      <p:pic>
        <p:nvPicPr>
          <p:cNvPr id="5" name="Imagem 4" descr="03.png">
            <a:extLst>
              <a:ext uri="{FF2B5EF4-FFF2-40B4-BE49-F238E27FC236}">
                <a16:creationId xmlns:a16="http://schemas.microsoft.com/office/drawing/2014/main" id="{EFEC8AA0-25D2-112A-5F24-10CC440DE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28" y="1398926"/>
            <a:ext cx="1879829" cy="1357096"/>
          </a:xfrm>
          <a:prstGeom prst="rect">
            <a:avLst/>
          </a:prstGeom>
        </p:spPr>
      </p:pic>
      <p:pic>
        <p:nvPicPr>
          <p:cNvPr id="6" name="Imagem 5" descr="03.png">
            <a:extLst>
              <a:ext uri="{FF2B5EF4-FFF2-40B4-BE49-F238E27FC236}">
                <a16:creationId xmlns:a16="http://schemas.microsoft.com/office/drawing/2014/main" id="{04559F26-4FBE-4D62-50D3-880404C00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2" y="1398926"/>
            <a:ext cx="1879829" cy="1357096"/>
          </a:xfrm>
          <a:prstGeom prst="rect">
            <a:avLst/>
          </a:prstGeom>
        </p:spPr>
      </p:pic>
      <p:pic>
        <p:nvPicPr>
          <p:cNvPr id="7" name="Imagem 6" descr="03.png">
            <a:extLst>
              <a:ext uri="{FF2B5EF4-FFF2-40B4-BE49-F238E27FC236}">
                <a16:creationId xmlns:a16="http://schemas.microsoft.com/office/drawing/2014/main" id="{FF966A95-B928-0A02-70C5-E76B83DFD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6" y="1398926"/>
            <a:ext cx="1879829" cy="1357096"/>
          </a:xfrm>
          <a:prstGeom prst="rect">
            <a:avLst/>
          </a:prstGeom>
        </p:spPr>
      </p:pic>
      <p:pic>
        <p:nvPicPr>
          <p:cNvPr id="8" name="Imagem 7" descr="03.png">
            <a:extLst>
              <a:ext uri="{FF2B5EF4-FFF2-40B4-BE49-F238E27FC236}">
                <a16:creationId xmlns:a16="http://schemas.microsoft.com/office/drawing/2014/main" id="{9019014C-38FC-F67E-4332-AD22357F1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857" y="2827686"/>
            <a:ext cx="1879829" cy="1357096"/>
          </a:xfrm>
          <a:prstGeom prst="rect">
            <a:avLst/>
          </a:prstGeom>
        </p:spPr>
      </p:pic>
      <p:pic>
        <p:nvPicPr>
          <p:cNvPr id="9" name="Imagem 8" descr="03.png">
            <a:extLst>
              <a:ext uri="{FF2B5EF4-FFF2-40B4-BE49-F238E27FC236}">
                <a16:creationId xmlns:a16="http://schemas.microsoft.com/office/drawing/2014/main" id="{659FC19A-65A9-7488-A714-F08EC3814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121" y="2827686"/>
            <a:ext cx="1879829" cy="135709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DA59A42-EEBB-291F-A741-DF65D9A5334B}"/>
              </a:ext>
            </a:extLst>
          </p:cNvPr>
          <p:cNvSpPr txBox="1"/>
          <p:nvPr/>
        </p:nvSpPr>
        <p:spPr>
          <a:xfrm>
            <a:off x="1428728" y="1541802"/>
            <a:ext cx="185738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800" b="0" i="0" u="none" strike="noStrike" kern="1200" cap="none" spc="0" normalizeH="0" baseline="0" noProof="0">
                <a:ln>
                  <a:noFill/>
                </a:ln>
                <a:solidFill>
                  <a:srgbClr val="118140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+99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5949EC4-A6BB-0B51-5186-0C01CE7DCF1F}"/>
              </a:ext>
            </a:extLst>
          </p:cNvPr>
          <p:cNvSpPr txBox="1"/>
          <p:nvPr/>
        </p:nvSpPr>
        <p:spPr>
          <a:xfrm>
            <a:off x="1428728" y="2113306"/>
            <a:ext cx="1857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empreendimentos entregues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srgbClr val="118140"/>
              </a:solidFill>
              <a:effectLst/>
              <a:uLnTx/>
              <a:uFillTx/>
              <a:latin typeface="Metropolis Extra Bold" pitchFamily="50" charset="0"/>
              <a:ea typeface="+mn-ea"/>
              <a:cs typeface="+mn-cs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2C6BDA7-57F1-543B-C2C8-4B7A0A2E82C0}"/>
              </a:ext>
            </a:extLst>
          </p:cNvPr>
          <p:cNvSpPr txBox="1"/>
          <p:nvPr/>
        </p:nvSpPr>
        <p:spPr>
          <a:xfrm>
            <a:off x="3428992" y="1541802"/>
            <a:ext cx="185738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800" b="0" i="0" u="none" strike="noStrike" kern="1200" cap="none" spc="0" normalizeH="0" baseline="0" noProof="0">
                <a:ln>
                  <a:noFill/>
                </a:ln>
                <a:solidFill>
                  <a:srgbClr val="118140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+99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DE63BBB-DFDE-3AE0-F66D-94A7142ECF56}"/>
              </a:ext>
            </a:extLst>
          </p:cNvPr>
          <p:cNvSpPr txBox="1"/>
          <p:nvPr/>
        </p:nvSpPr>
        <p:spPr>
          <a:xfrm>
            <a:off x="3428992" y="2113306"/>
            <a:ext cx="1857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mil lotes</a:t>
            </a:r>
          </a:p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comercializados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srgbClr val="118140"/>
              </a:solidFill>
              <a:effectLst/>
              <a:uLnTx/>
              <a:uFillTx/>
              <a:latin typeface="Metropolis Extra Bold" pitchFamily="50" charset="0"/>
              <a:ea typeface="+mn-ea"/>
              <a:cs typeface="+mn-cs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A0041B-1579-57F1-1279-E611F02B2830}"/>
              </a:ext>
            </a:extLst>
          </p:cNvPr>
          <p:cNvSpPr txBox="1"/>
          <p:nvPr/>
        </p:nvSpPr>
        <p:spPr>
          <a:xfrm>
            <a:off x="5429256" y="1541802"/>
            <a:ext cx="185738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800" b="0" i="0" u="none" strike="noStrike" kern="1200" cap="none" spc="0" normalizeH="0" baseline="0" noProof="0">
                <a:ln>
                  <a:noFill/>
                </a:ln>
                <a:solidFill>
                  <a:srgbClr val="118140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+99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E0BEAB4-941A-5F7E-6411-1CFD07D9736A}"/>
              </a:ext>
            </a:extLst>
          </p:cNvPr>
          <p:cNvSpPr txBox="1"/>
          <p:nvPr/>
        </p:nvSpPr>
        <p:spPr>
          <a:xfrm>
            <a:off x="5429256" y="2113306"/>
            <a:ext cx="1857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mil pessoas</a:t>
            </a:r>
          </a:p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impactadas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srgbClr val="118140"/>
              </a:solidFill>
              <a:effectLst/>
              <a:uLnTx/>
              <a:uFillTx/>
              <a:latin typeface="Metropolis Extra Bold" pitchFamily="50" charset="0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D59760B-8D71-C274-A552-00DDD0555D2C}"/>
              </a:ext>
            </a:extLst>
          </p:cNvPr>
          <p:cNvSpPr txBox="1"/>
          <p:nvPr/>
        </p:nvSpPr>
        <p:spPr>
          <a:xfrm>
            <a:off x="2500298" y="2970562"/>
            <a:ext cx="185738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800" b="0" i="0" u="none" strike="noStrike" kern="1200" cap="none" spc="0" normalizeH="0" baseline="0" noProof="0">
                <a:ln>
                  <a:noFill/>
                </a:ln>
                <a:solidFill>
                  <a:srgbClr val="118140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+99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C55318E-4EB4-4D23-32CC-676236125F9C}"/>
              </a:ext>
            </a:extLst>
          </p:cNvPr>
          <p:cNvSpPr txBox="1"/>
          <p:nvPr/>
        </p:nvSpPr>
        <p:spPr>
          <a:xfrm>
            <a:off x="2500298" y="3542066"/>
            <a:ext cx="1857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cidades</a:t>
            </a:r>
          </a:p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atendidas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srgbClr val="118140"/>
              </a:solidFill>
              <a:effectLst/>
              <a:uLnTx/>
              <a:uFillTx/>
              <a:latin typeface="Metropolis Extra Bold" pitchFamily="50" charset="0"/>
              <a:ea typeface="+mn-ea"/>
              <a:cs typeface="+mn-cs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3815509-4928-8369-D6B2-BC7BD1E083D1}"/>
              </a:ext>
            </a:extLst>
          </p:cNvPr>
          <p:cNvSpPr txBox="1"/>
          <p:nvPr/>
        </p:nvSpPr>
        <p:spPr>
          <a:xfrm>
            <a:off x="4500562" y="2970562"/>
            <a:ext cx="185738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800" b="0" i="0" u="none" strike="noStrike" kern="1200" cap="none" spc="0" normalizeH="0" baseline="0" noProof="0">
                <a:ln>
                  <a:noFill/>
                </a:ln>
                <a:solidFill>
                  <a:srgbClr val="118140"/>
                </a:solidFill>
                <a:effectLst/>
                <a:uLnTx/>
                <a:uFillTx/>
                <a:latin typeface="Metropolis Extra Bold" pitchFamily="50" charset="0"/>
                <a:ea typeface="+mn-ea"/>
                <a:cs typeface="+mn-cs"/>
              </a:rPr>
              <a:t>99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0389F5D-410C-84AA-C4A0-BAA2C1FFFDC7}"/>
              </a:ext>
            </a:extLst>
          </p:cNvPr>
          <p:cNvSpPr txBox="1"/>
          <p:nvPr/>
        </p:nvSpPr>
        <p:spPr>
          <a:xfrm>
            <a:off x="4500562" y="3542066"/>
            <a:ext cx="1857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anos de atuação</a:t>
            </a:r>
          </a:p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154E38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no mercado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srgbClr val="118140"/>
              </a:solidFill>
              <a:effectLst/>
              <a:uLnTx/>
              <a:uFillTx/>
              <a:latin typeface="Metropolis Extra Bold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998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>
            <a:extLst>
              <a:ext uri="{FF2B5EF4-FFF2-40B4-BE49-F238E27FC236}">
                <a16:creationId xmlns:a16="http://schemas.microsoft.com/office/drawing/2014/main" id="{21BA8C63-AAA9-1664-30EB-E35C85F15FCB}"/>
              </a:ext>
            </a:extLst>
          </p:cNvPr>
          <p:cNvSpPr txBox="1"/>
          <p:nvPr/>
        </p:nvSpPr>
        <p:spPr>
          <a:xfrm>
            <a:off x="2035951" y="1740753"/>
            <a:ext cx="5072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080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C59C34"/>
                </a:solidFill>
                <a:effectLst/>
                <a:uLnTx/>
                <a:uFillTx/>
                <a:latin typeface="Metropolis Medium" pitchFamily="50" charset="0"/>
                <a:ea typeface="+mn-ea"/>
                <a:cs typeface="+mn-cs"/>
              </a:rPr>
              <a:t>Seguimos juntos, transformando lugares e construindo futuros</a:t>
            </a:r>
            <a:endParaRPr kumimoji="0" lang="pt-BR" sz="2400" b="0" i="0" u="none" strike="noStrike" kern="1200" cap="none" spc="0" normalizeH="0" baseline="0" noProof="0">
              <a:ln>
                <a:noFill/>
              </a:ln>
              <a:solidFill>
                <a:srgbClr val="C59C34"/>
              </a:solidFill>
              <a:effectLst/>
              <a:uLnTx/>
              <a:uFillTx/>
              <a:latin typeface="Metropolis Extra Bold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94675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3_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5_Personalizar design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4_Personalizar design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6_Personalizar design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7_Personalizar design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b9f2f56-b2d7-453a-9838-116f82fea5f9">
      <Terms xmlns="http://schemas.microsoft.com/office/infopath/2007/PartnerControls"/>
    </lcf76f155ced4ddcb4097134ff3c332f>
    <TaxCatchAll xmlns="1ac07f62-7992-40f1-baa9-10e5cb80e2a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2B12FB90E343749B00D526B2942E61E" ma:contentTypeVersion="13" ma:contentTypeDescription="Crie um novo documento." ma:contentTypeScope="" ma:versionID="360efbb14bfeb91ea541ce303bfe8737">
  <xsd:schema xmlns:xsd="http://www.w3.org/2001/XMLSchema" xmlns:xs="http://www.w3.org/2001/XMLSchema" xmlns:p="http://schemas.microsoft.com/office/2006/metadata/properties" xmlns:ns2="9b9f2f56-b2d7-453a-9838-116f82fea5f9" xmlns:ns3="1ac07f62-7992-40f1-baa9-10e5cb80e2a3" targetNamespace="http://schemas.microsoft.com/office/2006/metadata/properties" ma:root="true" ma:fieldsID="5f3c1d0a234e90f777724131b59b8b83" ns2:_="" ns3:_="">
    <xsd:import namespace="9b9f2f56-b2d7-453a-9838-116f82fea5f9"/>
    <xsd:import namespace="1ac07f62-7992-40f1-baa9-10e5cb80e2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9f2f56-b2d7-453a-9838-116f82fea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49461856-290c-47b5-a5bb-0a0d36bf98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c07f62-7992-40f1-baa9-10e5cb80e2a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5a24e48-f625-471b-b44f-92a18e858d81}" ma:internalName="TaxCatchAll" ma:showField="CatchAllData" ma:web="1ac07f62-7992-40f1-baa9-10e5cb80e2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52B141-25B2-4111-A6A0-95C14C8C40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923C8D-C237-4A6B-A4E4-8B6EC9977174}">
  <ds:schemaRefs>
    <ds:schemaRef ds:uri="282b7683-e713-4437-931d-a8fbb96b6139"/>
    <ds:schemaRef ds:uri="5caf325d-0b46-4285-8861-de15341c4787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40C222B-6DBB-4913-B922-B0DF482B80BB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Apresentação na tela (16:9)</PresentationFormat>
  <Slides>8</Slides>
  <Notes>0</Notes>
  <HiddenSlides>0</HiddenSlides>
  <ScaleCrop>false</ScaleCrop>
  <HeadingPairs>
    <vt:vector size="4" baseType="variant">
      <vt:variant>
        <vt:lpstr>Tema</vt:lpstr>
      </vt:variant>
      <vt:variant>
        <vt:i4>7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Personalizar design</vt:lpstr>
      <vt:lpstr>3_Personalizar design</vt:lpstr>
      <vt:lpstr>2_Personalizar design</vt:lpstr>
      <vt:lpstr>5_Personalizar design</vt:lpstr>
      <vt:lpstr>4_Personalizar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Vanessa Mendes | Moura Leite</dc:creator>
  <cp:revision>2</cp:revision>
  <dcterms:created xsi:type="dcterms:W3CDTF">2024-11-28T20:04:34Z</dcterms:created>
  <dcterms:modified xsi:type="dcterms:W3CDTF">2026-02-12T16:14:37Z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0x010100A2B12FB90E343749B00D526B2942E61E</vt:lpwstr>
  </property>
  <property fmtid="{D5CDD505-2E9C-101B-9397-08002B2CF9AE}" pid="3" name="MediaServiceImageTags">
    <vt:lpwstr/>
  </property>
</Properties>
</file>